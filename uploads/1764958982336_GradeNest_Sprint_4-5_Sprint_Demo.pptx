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4"/>
  </p:sldMasterIdLst>
  <p:notesMasterIdLst>
    <p:notesMasterId r:id="rId19"/>
  </p:notesMasterIdLst>
  <p:sldIdLst>
    <p:sldId id="256" r:id="rId5"/>
    <p:sldId id="257" r:id="rId6"/>
    <p:sldId id="258" r:id="rId7"/>
    <p:sldId id="268" r:id="rId8"/>
    <p:sldId id="275" r:id="rId9"/>
    <p:sldId id="276" r:id="rId10"/>
    <p:sldId id="277" r:id="rId11"/>
    <p:sldId id="285" r:id="rId12"/>
    <p:sldId id="278" r:id="rId13"/>
    <p:sldId id="286" r:id="rId14"/>
    <p:sldId id="259" r:id="rId15"/>
    <p:sldId id="260" r:id="rId16"/>
    <p:sldId id="261" r:id="rId17"/>
    <p:sldId id="26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134CBE-6AC4-F64C-E0B8-17EBB7BC34B0}" v="5" dt="2025-12-02T15:21:15.660"/>
    <p1510:client id="{2655EC9F-33A3-A64E-BD15-95AA68BD324B}" v="49" dt="2025-12-03T07:14:54.693"/>
    <p1510:client id="{49301005-C0FC-BD57-B8AF-297ACB4BA8B9}" v="4" dt="2025-12-02T14:53:56.617"/>
    <p1510:client id="{A0ECFEF5-568C-4CCD-B613-55D948A17017}" v="352" dt="2025-12-02T16:38:39.030"/>
    <p1510:client id="{AB4C7003-EFE7-326B-6848-650817C618A4}" v="187" dt="2025-12-02T20:29:07.0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 Vic T. Barcenas" userId="S::jonvic.barcenas@cit.edu::662c7301-ede6-44f9-b8c7-d18e77a043b1" providerId="AD" clId="Web-{49301005-C0FC-BD57-B8AF-297ACB4BA8B9}"/>
    <pc:docChg chg="modSld">
      <pc:chgData name="Jon Vic T. Barcenas" userId="S::jonvic.barcenas@cit.edu::662c7301-ede6-44f9-b8c7-d18e77a043b1" providerId="AD" clId="Web-{49301005-C0FC-BD57-B8AF-297ACB4BA8B9}" dt="2025-12-02T14:53:56.617" v="3"/>
      <pc:docMkLst>
        <pc:docMk/>
      </pc:docMkLst>
      <pc:sldChg chg="addSp delSp modSp">
        <pc:chgData name="Jon Vic T. Barcenas" userId="S::jonvic.barcenas@cit.edu::662c7301-ede6-44f9-b8c7-d18e77a043b1" providerId="AD" clId="Web-{49301005-C0FC-BD57-B8AF-297ACB4BA8B9}" dt="2025-12-02T14:53:56.617" v="3"/>
        <pc:sldMkLst>
          <pc:docMk/>
          <pc:sldMk cId="4285610617" sldId="260"/>
        </pc:sldMkLst>
        <pc:spChg chg="add del mod">
          <ac:chgData name="Jon Vic T. Barcenas" userId="S::jonvic.barcenas@cit.edu::662c7301-ede6-44f9-b8c7-d18e77a043b1" providerId="AD" clId="Web-{49301005-C0FC-BD57-B8AF-297ACB4BA8B9}" dt="2025-12-02T14:53:56.617" v="3"/>
          <ac:spMkLst>
            <pc:docMk/>
            <pc:sldMk cId="4285610617" sldId="260"/>
            <ac:spMk id="10" creationId="{B6917E32-2E73-E79B-D4B0-F1D02CD2EAA5}"/>
          </ac:spMkLst>
        </pc:spChg>
      </pc:sldChg>
    </pc:docChg>
  </pc:docChgLst>
  <pc:docChgLst>
    <pc:chgData name="Ma. Melessa V. Cabasag" userId="b0756506-da1b-4277-983e-4f35102b267a" providerId="ADAL" clId="{C8E29AE1-45D6-4A3C-9AD5-7A9D4BFEDFF6}"/>
    <pc:docChg chg="custSel addSld delSld modSld sldOrd">
      <pc:chgData name="Ma. Melessa V. Cabasag" userId="b0756506-da1b-4277-983e-4f35102b267a" providerId="ADAL" clId="{C8E29AE1-45D6-4A3C-9AD5-7A9D4BFEDFF6}" dt="2025-12-02T16:38:39.027" v="651" actId="478"/>
      <pc:docMkLst>
        <pc:docMk/>
      </pc:docMkLst>
      <pc:sldChg chg="modSp mod">
        <pc:chgData name="Ma. Melessa V. Cabasag" userId="b0756506-da1b-4277-983e-4f35102b267a" providerId="ADAL" clId="{C8E29AE1-45D6-4A3C-9AD5-7A9D4BFEDFF6}" dt="2025-12-02T16:13:14.384" v="553" actId="20577"/>
        <pc:sldMkLst>
          <pc:docMk/>
          <pc:sldMk cId="4285610617" sldId="260"/>
        </pc:sldMkLst>
        <pc:graphicFrameChg chg="mod modGraphic">
          <ac:chgData name="Ma. Melessa V. Cabasag" userId="b0756506-da1b-4277-983e-4f35102b267a" providerId="ADAL" clId="{C8E29AE1-45D6-4A3C-9AD5-7A9D4BFEDFF6}" dt="2025-12-02T16:13:14.384" v="553" actId="20577"/>
          <ac:graphicFrameMkLst>
            <pc:docMk/>
            <pc:sldMk cId="4285610617" sldId="260"/>
            <ac:graphicFrameMk id="29" creationId="{2CD3C1E7-2DC8-AFCD-CA6A-82A14325012C}"/>
          </ac:graphicFrameMkLst>
        </pc:graphicFrameChg>
      </pc:sldChg>
      <pc:sldChg chg="modSp mod">
        <pc:chgData name="Ma. Melessa V. Cabasag" userId="b0756506-da1b-4277-983e-4f35102b267a" providerId="ADAL" clId="{C8E29AE1-45D6-4A3C-9AD5-7A9D4BFEDFF6}" dt="2025-12-02T16:38:39.027" v="651" actId="478"/>
        <pc:sldMkLst>
          <pc:docMk/>
          <pc:sldMk cId="1091057098" sldId="261"/>
        </pc:sldMkLst>
        <pc:graphicFrameChg chg="mod modGraphic">
          <ac:chgData name="Ma. Melessa V. Cabasag" userId="b0756506-da1b-4277-983e-4f35102b267a" providerId="ADAL" clId="{C8E29AE1-45D6-4A3C-9AD5-7A9D4BFEDFF6}" dt="2025-12-02T16:38:39.027" v="651" actId="478"/>
          <ac:graphicFrameMkLst>
            <pc:docMk/>
            <pc:sldMk cId="1091057098" sldId="261"/>
            <ac:graphicFrameMk id="6" creationId="{0381A5DC-F955-3020-B97F-20877A826447}"/>
          </ac:graphicFrameMkLst>
        </pc:graphicFrameChg>
      </pc:sldChg>
      <pc:sldChg chg="ord">
        <pc:chgData name="Ma. Melessa V. Cabasag" userId="b0756506-da1b-4277-983e-4f35102b267a" providerId="ADAL" clId="{C8E29AE1-45D6-4A3C-9AD5-7A9D4BFEDFF6}" dt="2025-12-02T14:23:10.312" v="331"/>
        <pc:sldMkLst>
          <pc:docMk/>
          <pc:sldMk cId="56217204" sldId="262"/>
        </pc:sldMkLst>
      </pc:sldChg>
      <pc:sldChg chg="modSp mod">
        <pc:chgData name="Ma. Melessa V. Cabasag" userId="b0756506-da1b-4277-983e-4f35102b267a" providerId="ADAL" clId="{C8E29AE1-45D6-4A3C-9AD5-7A9D4BFEDFF6}" dt="2025-12-02T16:35:39.729" v="598"/>
        <pc:sldMkLst>
          <pc:docMk/>
          <pc:sldMk cId="3310977401" sldId="268"/>
        </pc:sldMkLst>
        <pc:graphicFrameChg chg="mod modGraphic">
          <ac:chgData name="Ma. Melessa V. Cabasag" userId="b0756506-da1b-4277-983e-4f35102b267a" providerId="ADAL" clId="{C8E29AE1-45D6-4A3C-9AD5-7A9D4BFEDFF6}" dt="2025-12-02T16:35:39.729" v="598"/>
          <ac:graphicFrameMkLst>
            <pc:docMk/>
            <pc:sldMk cId="3310977401" sldId="268"/>
            <ac:graphicFrameMk id="5" creationId="{E15B2F28-2C47-FF52-637D-8F8AE60CEA95}"/>
          </ac:graphicFrameMkLst>
        </pc:graphicFrameChg>
      </pc:sldChg>
      <pc:sldChg chg="del">
        <pc:chgData name="Ma. Melessa V. Cabasag" userId="b0756506-da1b-4277-983e-4f35102b267a" providerId="ADAL" clId="{C8E29AE1-45D6-4A3C-9AD5-7A9D4BFEDFF6}" dt="2025-12-02T12:33:07.608" v="88" actId="2696"/>
        <pc:sldMkLst>
          <pc:docMk/>
          <pc:sldMk cId="1981816248" sldId="269"/>
        </pc:sldMkLst>
      </pc:sldChg>
      <pc:sldChg chg="modSp mod">
        <pc:chgData name="Ma. Melessa V. Cabasag" userId="b0756506-da1b-4277-983e-4f35102b267a" providerId="ADAL" clId="{C8E29AE1-45D6-4A3C-9AD5-7A9D4BFEDFF6}" dt="2025-12-02T16:35:49.531" v="605"/>
        <pc:sldMkLst>
          <pc:docMk/>
          <pc:sldMk cId="3821030588" sldId="275"/>
        </pc:sldMkLst>
        <pc:spChg chg="mod">
          <ac:chgData name="Ma. Melessa V. Cabasag" userId="b0756506-da1b-4277-983e-4f35102b267a" providerId="ADAL" clId="{C8E29AE1-45D6-4A3C-9AD5-7A9D4BFEDFF6}" dt="2025-12-02T12:33:43.709" v="128" actId="20577"/>
          <ac:spMkLst>
            <pc:docMk/>
            <pc:sldMk cId="3821030588" sldId="275"/>
            <ac:spMk id="2" creationId="{B53D7749-276B-19A8-B2C6-19914D63BB19}"/>
          </ac:spMkLst>
        </pc:spChg>
        <pc:graphicFrameChg chg="mod modGraphic">
          <ac:chgData name="Ma. Melessa V. Cabasag" userId="b0756506-da1b-4277-983e-4f35102b267a" providerId="ADAL" clId="{C8E29AE1-45D6-4A3C-9AD5-7A9D4BFEDFF6}" dt="2025-12-02T16:35:49.531" v="605"/>
          <ac:graphicFrameMkLst>
            <pc:docMk/>
            <pc:sldMk cId="3821030588" sldId="275"/>
            <ac:graphicFrameMk id="5" creationId="{910376C0-E2B3-92F9-A4F3-D4E81FA7A496}"/>
          </ac:graphicFrameMkLst>
        </pc:graphicFrameChg>
      </pc:sldChg>
      <pc:sldChg chg="modSp mod">
        <pc:chgData name="Ma. Melessa V. Cabasag" userId="b0756506-da1b-4277-983e-4f35102b267a" providerId="ADAL" clId="{C8E29AE1-45D6-4A3C-9AD5-7A9D4BFEDFF6}" dt="2025-12-02T16:35:59.952" v="612"/>
        <pc:sldMkLst>
          <pc:docMk/>
          <pc:sldMk cId="361433645" sldId="276"/>
        </pc:sldMkLst>
        <pc:spChg chg="mod">
          <ac:chgData name="Ma. Melessa V. Cabasag" userId="b0756506-da1b-4277-983e-4f35102b267a" providerId="ADAL" clId="{C8E29AE1-45D6-4A3C-9AD5-7A9D4BFEDFF6}" dt="2025-12-02T12:33:37.776" v="118" actId="20577"/>
          <ac:spMkLst>
            <pc:docMk/>
            <pc:sldMk cId="361433645" sldId="276"/>
            <ac:spMk id="2" creationId="{B0715C24-D19E-6DC7-8559-DF5EB9003243}"/>
          </ac:spMkLst>
        </pc:spChg>
        <pc:graphicFrameChg chg="mod modGraphic">
          <ac:chgData name="Ma. Melessa V. Cabasag" userId="b0756506-da1b-4277-983e-4f35102b267a" providerId="ADAL" clId="{C8E29AE1-45D6-4A3C-9AD5-7A9D4BFEDFF6}" dt="2025-12-02T16:35:59.952" v="612"/>
          <ac:graphicFrameMkLst>
            <pc:docMk/>
            <pc:sldMk cId="361433645" sldId="276"/>
            <ac:graphicFrameMk id="5" creationId="{29E3C5AB-4332-A0DE-0123-031060BE766F}"/>
          </ac:graphicFrameMkLst>
        </pc:graphicFrameChg>
      </pc:sldChg>
      <pc:sldChg chg="modSp mod">
        <pc:chgData name="Ma. Melessa V. Cabasag" userId="b0756506-da1b-4277-983e-4f35102b267a" providerId="ADAL" clId="{C8E29AE1-45D6-4A3C-9AD5-7A9D4BFEDFF6}" dt="2025-12-02T16:36:08.827" v="620"/>
        <pc:sldMkLst>
          <pc:docMk/>
          <pc:sldMk cId="35904660" sldId="277"/>
        </pc:sldMkLst>
        <pc:spChg chg="mod">
          <ac:chgData name="Ma. Melessa V. Cabasag" userId="b0756506-da1b-4277-983e-4f35102b267a" providerId="ADAL" clId="{C8E29AE1-45D6-4A3C-9AD5-7A9D4BFEDFF6}" dt="2025-12-02T12:33:30.527" v="108" actId="20577"/>
          <ac:spMkLst>
            <pc:docMk/>
            <pc:sldMk cId="35904660" sldId="277"/>
            <ac:spMk id="2" creationId="{BD4BF471-F11B-3207-3898-63EDAEC9D32E}"/>
          </ac:spMkLst>
        </pc:spChg>
        <pc:graphicFrameChg chg="mod modGraphic">
          <ac:chgData name="Ma. Melessa V. Cabasag" userId="b0756506-da1b-4277-983e-4f35102b267a" providerId="ADAL" clId="{C8E29AE1-45D6-4A3C-9AD5-7A9D4BFEDFF6}" dt="2025-12-02T16:36:08.827" v="620"/>
          <ac:graphicFrameMkLst>
            <pc:docMk/>
            <pc:sldMk cId="35904660" sldId="277"/>
            <ac:graphicFrameMk id="5" creationId="{6D75CDAB-0579-8934-EB2F-1879C25ECF67}"/>
          </ac:graphicFrameMkLst>
        </pc:graphicFrameChg>
      </pc:sldChg>
      <pc:sldChg chg="modSp mod">
        <pc:chgData name="Ma. Melessa V. Cabasag" userId="b0756506-da1b-4277-983e-4f35102b267a" providerId="ADAL" clId="{C8E29AE1-45D6-4A3C-9AD5-7A9D4BFEDFF6}" dt="2025-12-02T16:36:47.120" v="640"/>
        <pc:sldMkLst>
          <pc:docMk/>
          <pc:sldMk cId="164187607" sldId="278"/>
        </pc:sldMkLst>
        <pc:spChg chg="mod">
          <ac:chgData name="Ma. Melessa V. Cabasag" userId="b0756506-da1b-4277-983e-4f35102b267a" providerId="ADAL" clId="{C8E29AE1-45D6-4A3C-9AD5-7A9D4BFEDFF6}" dt="2025-12-02T13:42:16.356" v="156" actId="20577"/>
          <ac:spMkLst>
            <pc:docMk/>
            <pc:sldMk cId="164187607" sldId="278"/>
            <ac:spMk id="2" creationId="{536285E0-ED8B-118E-5E60-0F3AE5778132}"/>
          </ac:spMkLst>
        </pc:spChg>
        <pc:graphicFrameChg chg="mod modGraphic">
          <ac:chgData name="Ma. Melessa V. Cabasag" userId="b0756506-da1b-4277-983e-4f35102b267a" providerId="ADAL" clId="{C8E29AE1-45D6-4A3C-9AD5-7A9D4BFEDFF6}" dt="2025-12-02T16:36:47.120" v="640"/>
          <ac:graphicFrameMkLst>
            <pc:docMk/>
            <pc:sldMk cId="164187607" sldId="278"/>
            <ac:graphicFrameMk id="5" creationId="{4FA5A690-77BD-8FE6-6794-B3932B017354}"/>
          </ac:graphicFrameMkLst>
        </pc:graphicFrameChg>
      </pc:sldChg>
      <pc:sldChg chg="del">
        <pc:chgData name="Ma. Melessa V. Cabasag" userId="b0756506-da1b-4277-983e-4f35102b267a" providerId="ADAL" clId="{C8E29AE1-45D6-4A3C-9AD5-7A9D4BFEDFF6}" dt="2025-12-02T13:53:04.043" v="226" actId="2696"/>
        <pc:sldMkLst>
          <pc:docMk/>
          <pc:sldMk cId="3049382900" sldId="281"/>
        </pc:sldMkLst>
      </pc:sldChg>
      <pc:sldChg chg="del">
        <pc:chgData name="Ma. Melessa V. Cabasag" userId="b0756506-da1b-4277-983e-4f35102b267a" providerId="ADAL" clId="{C8E29AE1-45D6-4A3C-9AD5-7A9D4BFEDFF6}" dt="2025-12-02T13:53:23.959" v="229" actId="2696"/>
        <pc:sldMkLst>
          <pc:docMk/>
          <pc:sldMk cId="2162230177" sldId="282"/>
        </pc:sldMkLst>
      </pc:sldChg>
      <pc:sldChg chg="del">
        <pc:chgData name="Ma. Melessa V. Cabasag" userId="b0756506-da1b-4277-983e-4f35102b267a" providerId="ADAL" clId="{C8E29AE1-45D6-4A3C-9AD5-7A9D4BFEDFF6}" dt="2025-12-02T13:53:13.429" v="228" actId="2696"/>
        <pc:sldMkLst>
          <pc:docMk/>
          <pc:sldMk cId="1020661407" sldId="283"/>
        </pc:sldMkLst>
      </pc:sldChg>
      <pc:sldChg chg="del">
        <pc:chgData name="Ma. Melessa V. Cabasag" userId="b0756506-da1b-4277-983e-4f35102b267a" providerId="ADAL" clId="{C8E29AE1-45D6-4A3C-9AD5-7A9D4BFEDFF6}" dt="2025-12-02T13:53:09.223" v="227" actId="2696"/>
        <pc:sldMkLst>
          <pc:docMk/>
          <pc:sldMk cId="4177375857" sldId="284"/>
        </pc:sldMkLst>
      </pc:sldChg>
      <pc:sldChg chg="modSp add mod">
        <pc:chgData name="Ma. Melessa V. Cabasag" userId="b0756506-da1b-4277-983e-4f35102b267a" providerId="ADAL" clId="{C8E29AE1-45D6-4A3C-9AD5-7A9D4BFEDFF6}" dt="2025-12-02T16:36:33.357" v="631" actId="20577"/>
        <pc:sldMkLst>
          <pc:docMk/>
          <pc:sldMk cId="991855958" sldId="285"/>
        </pc:sldMkLst>
        <pc:spChg chg="mod">
          <ac:chgData name="Ma. Melessa V. Cabasag" userId="b0756506-da1b-4277-983e-4f35102b267a" providerId="ADAL" clId="{C8E29AE1-45D6-4A3C-9AD5-7A9D4BFEDFF6}" dt="2025-12-02T12:33:23.356" v="98" actId="20577"/>
          <ac:spMkLst>
            <pc:docMk/>
            <pc:sldMk cId="991855958" sldId="285"/>
            <ac:spMk id="2" creationId="{410DC22D-105B-F6F2-3202-D91748C7AA2F}"/>
          </ac:spMkLst>
        </pc:spChg>
        <pc:graphicFrameChg chg="mod modGraphic">
          <ac:chgData name="Ma. Melessa V. Cabasag" userId="b0756506-da1b-4277-983e-4f35102b267a" providerId="ADAL" clId="{C8E29AE1-45D6-4A3C-9AD5-7A9D4BFEDFF6}" dt="2025-12-02T16:36:33.357" v="631" actId="20577"/>
          <ac:graphicFrameMkLst>
            <pc:docMk/>
            <pc:sldMk cId="991855958" sldId="285"/>
            <ac:graphicFrameMk id="5" creationId="{75E755FC-B5A8-672E-64EB-CDFC51E64364}"/>
          </ac:graphicFrameMkLst>
        </pc:graphicFrameChg>
      </pc:sldChg>
      <pc:sldChg chg="modSp add mod">
        <pc:chgData name="Ma. Melessa V. Cabasag" userId="b0756506-da1b-4277-983e-4f35102b267a" providerId="ADAL" clId="{C8E29AE1-45D6-4A3C-9AD5-7A9D4BFEDFF6}" dt="2025-12-02T16:36:54.300" v="645"/>
        <pc:sldMkLst>
          <pc:docMk/>
          <pc:sldMk cId="1129060915" sldId="286"/>
        </pc:sldMkLst>
        <pc:graphicFrameChg chg="mod modGraphic">
          <ac:chgData name="Ma. Melessa V. Cabasag" userId="b0756506-da1b-4277-983e-4f35102b267a" providerId="ADAL" clId="{C8E29AE1-45D6-4A3C-9AD5-7A9D4BFEDFF6}" dt="2025-12-02T16:36:54.300" v="645"/>
          <ac:graphicFrameMkLst>
            <pc:docMk/>
            <pc:sldMk cId="1129060915" sldId="286"/>
            <ac:graphicFrameMk id="5" creationId="{C101E594-53BB-5F34-9204-4C8B5BE2F5C2}"/>
          </ac:graphicFrameMkLst>
        </pc:graphicFrameChg>
      </pc:sldChg>
    </pc:docChg>
  </pc:docChgLst>
  <pc:docChgLst>
    <pc:chgData name="Lily Phoebe Grace T. Cosina" userId="S::lilyphoebegrace.cosina@cit.edu::d4fafa82-b351-4208-b3a1-cf09be6c6446" providerId="AD" clId="Web-{2655EC9F-33A3-A64E-BD15-95AA68BD324B}"/>
    <pc:docChg chg="modSld">
      <pc:chgData name="Lily Phoebe Grace T. Cosina" userId="S::lilyphoebegrace.cosina@cit.edu::d4fafa82-b351-4208-b3a1-cf09be6c6446" providerId="AD" clId="Web-{2655EC9F-33A3-A64E-BD15-95AA68BD324B}" dt="2025-12-03T07:14:54.225" v="42"/>
      <pc:docMkLst>
        <pc:docMk/>
      </pc:docMkLst>
      <pc:sldChg chg="delSp modSp">
        <pc:chgData name="Lily Phoebe Grace T. Cosina" userId="S::lilyphoebegrace.cosina@cit.edu::d4fafa82-b351-4208-b3a1-cf09be6c6446" providerId="AD" clId="Web-{2655EC9F-33A3-A64E-BD15-95AA68BD324B}" dt="2025-12-03T07:14:54.225" v="42"/>
        <pc:sldMkLst>
          <pc:docMk/>
          <pc:sldMk cId="3310977401" sldId="268"/>
        </pc:sldMkLst>
        <pc:spChg chg="del mod">
          <ac:chgData name="Lily Phoebe Grace T. Cosina" userId="S::lilyphoebegrace.cosina@cit.edu::d4fafa82-b351-4208-b3a1-cf09be6c6446" providerId="AD" clId="Web-{2655EC9F-33A3-A64E-BD15-95AA68BD324B}" dt="2025-12-03T07:13:22.669" v="2"/>
          <ac:spMkLst>
            <pc:docMk/>
            <pc:sldMk cId="3310977401" sldId="268"/>
            <ac:spMk id="3" creationId="{761F30B3-1078-F309-6656-A40D0345EF7B}"/>
          </ac:spMkLst>
        </pc:spChg>
        <pc:graphicFrameChg chg="mod modGraphic">
          <ac:chgData name="Lily Phoebe Grace T. Cosina" userId="S::lilyphoebegrace.cosina@cit.edu::d4fafa82-b351-4208-b3a1-cf09be6c6446" providerId="AD" clId="Web-{2655EC9F-33A3-A64E-BD15-95AA68BD324B}" dt="2025-12-03T07:14:54.225" v="42"/>
          <ac:graphicFrameMkLst>
            <pc:docMk/>
            <pc:sldMk cId="3310977401" sldId="268"/>
            <ac:graphicFrameMk id="5" creationId="{E15B2F28-2C47-FF52-637D-8F8AE60CEA95}"/>
          </ac:graphicFrameMkLst>
        </pc:graphicFrameChg>
      </pc:sldChg>
    </pc:docChg>
  </pc:docChgLst>
  <pc:docChgLst>
    <pc:chgData name="Jon Vic T. Barcenas" userId="S::jonvic.barcenas@cit.edu::662c7301-ede6-44f9-b8c7-d18e77a043b1" providerId="AD" clId="Web-{1D134CBE-6AC4-F64C-E0B8-17EBB7BC34B0}"/>
    <pc:docChg chg="delSld modSld">
      <pc:chgData name="Jon Vic T. Barcenas" userId="S::jonvic.barcenas@cit.edu::662c7301-ede6-44f9-b8c7-d18e77a043b1" providerId="AD" clId="Web-{1D134CBE-6AC4-F64C-E0B8-17EBB7BC34B0}" dt="2025-12-02T15:45:05.055" v="33" actId="20577"/>
      <pc:docMkLst>
        <pc:docMk/>
      </pc:docMkLst>
      <pc:sldChg chg="modSp">
        <pc:chgData name="Jon Vic T. Barcenas" userId="S::jonvic.barcenas@cit.edu::662c7301-ede6-44f9-b8c7-d18e77a043b1" providerId="AD" clId="Web-{1D134CBE-6AC4-F64C-E0B8-17EBB7BC34B0}" dt="2025-12-02T15:45:05.055" v="33" actId="20577"/>
        <pc:sldMkLst>
          <pc:docMk/>
          <pc:sldMk cId="4285610617" sldId="260"/>
        </pc:sldMkLst>
        <pc:graphicFrameChg chg="mod modGraphic">
          <ac:chgData name="Jon Vic T. Barcenas" userId="S::jonvic.barcenas@cit.edu::662c7301-ede6-44f9-b8c7-d18e77a043b1" providerId="AD" clId="Web-{1D134CBE-6AC4-F64C-E0B8-17EBB7BC34B0}" dt="2025-12-02T15:45:05.055" v="33" actId="20577"/>
          <ac:graphicFrameMkLst>
            <pc:docMk/>
            <pc:sldMk cId="4285610617" sldId="260"/>
            <ac:graphicFrameMk id="29" creationId="{2CD3C1E7-2DC8-AFCD-CA6A-82A14325012C}"/>
          </ac:graphicFrameMkLst>
        </pc:graphicFrameChg>
      </pc:sldChg>
      <pc:sldChg chg="modSp">
        <pc:chgData name="Jon Vic T. Barcenas" userId="S::jonvic.barcenas@cit.edu::662c7301-ede6-44f9-b8c7-d18e77a043b1" providerId="AD" clId="Web-{1D134CBE-6AC4-F64C-E0B8-17EBB7BC34B0}" dt="2025-12-02T15:20:49.518" v="22" actId="20577"/>
        <pc:sldMkLst>
          <pc:docMk/>
          <pc:sldMk cId="1091057098" sldId="261"/>
        </pc:sldMkLst>
        <pc:graphicFrameChg chg="modGraphic">
          <ac:chgData name="Jon Vic T. Barcenas" userId="S::jonvic.barcenas@cit.edu::662c7301-ede6-44f9-b8c7-d18e77a043b1" providerId="AD" clId="Web-{1D134CBE-6AC4-F64C-E0B8-17EBB7BC34B0}" dt="2025-12-02T15:20:49.518" v="22" actId="20577"/>
          <ac:graphicFrameMkLst>
            <pc:docMk/>
            <pc:sldMk cId="1091057098" sldId="261"/>
            <ac:graphicFrameMk id="6" creationId="{0381A5DC-F955-3020-B97F-20877A826447}"/>
          </ac:graphicFrameMkLst>
        </pc:graphicFrameChg>
      </pc:sldChg>
      <pc:sldChg chg="del">
        <pc:chgData name="Jon Vic T. Barcenas" userId="S::jonvic.barcenas@cit.edu::662c7301-ede6-44f9-b8c7-d18e77a043b1" providerId="AD" clId="Web-{1D134CBE-6AC4-F64C-E0B8-17EBB7BC34B0}" dt="2025-12-02T15:21:00.706" v="23"/>
        <pc:sldMkLst>
          <pc:docMk/>
          <pc:sldMk cId="56217204" sldId="262"/>
        </pc:sldMkLst>
      </pc:sldChg>
      <pc:sldChg chg="modSp">
        <pc:chgData name="Jon Vic T. Barcenas" userId="S::jonvic.barcenas@cit.edu::662c7301-ede6-44f9-b8c7-d18e77a043b1" providerId="AD" clId="Web-{1D134CBE-6AC4-F64C-E0B8-17EBB7BC34B0}" dt="2025-12-02T15:21:15.660" v="27" actId="20577"/>
        <pc:sldMkLst>
          <pc:docMk/>
          <pc:sldMk cId="73728415" sldId="263"/>
        </pc:sldMkLst>
        <pc:spChg chg="mod">
          <ac:chgData name="Jon Vic T. Barcenas" userId="S::jonvic.barcenas@cit.edu::662c7301-ede6-44f9-b8c7-d18e77a043b1" providerId="AD" clId="Web-{1D134CBE-6AC4-F64C-E0B8-17EBB7BC34B0}" dt="2025-12-02T15:21:15.660" v="27" actId="20577"/>
          <ac:spMkLst>
            <pc:docMk/>
            <pc:sldMk cId="73728415" sldId="263"/>
            <ac:spMk id="4" creationId="{54FC4F6E-2799-5117-1B97-011B6401FA9D}"/>
          </ac:spMkLst>
        </pc:spChg>
      </pc:sldChg>
    </pc:docChg>
  </pc:docChgLst>
  <pc:docChgLst>
    <pc:chgData name="Lily Phoebe Grace T. Cosina" userId="S::lilyphoebegrace.cosina@cit.edu::d4fafa82-b351-4208-b3a1-cf09be6c6446" providerId="AD" clId="Web-{AB4C7003-EFE7-326B-6848-650817C618A4}"/>
    <pc:docChg chg="modSld">
      <pc:chgData name="Lily Phoebe Grace T. Cosina" userId="S::lilyphoebegrace.cosina@cit.edu::d4fafa82-b351-4208-b3a1-cf09be6c6446" providerId="AD" clId="Web-{AB4C7003-EFE7-326B-6848-650817C618A4}" dt="2025-12-02T20:29:06.784" v="99" actId="20577"/>
      <pc:docMkLst>
        <pc:docMk/>
      </pc:docMkLst>
      <pc:sldChg chg="addSp modSp">
        <pc:chgData name="Lily Phoebe Grace T. Cosina" userId="S::lilyphoebegrace.cosina@cit.edu::d4fafa82-b351-4208-b3a1-cf09be6c6446" providerId="AD" clId="Web-{AB4C7003-EFE7-326B-6848-650817C618A4}" dt="2025-12-02T20:29:06.784" v="99" actId="20577"/>
        <pc:sldMkLst>
          <pc:docMk/>
          <pc:sldMk cId="3310977401" sldId="268"/>
        </pc:sldMkLst>
        <pc:spChg chg="add mod">
          <ac:chgData name="Lily Phoebe Grace T. Cosina" userId="S::lilyphoebegrace.cosina@cit.edu::d4fafa82-b351-4208-b3a1-cf09be6c6446" providerId="AD" clId="Web-{AB4C7003-EFE7-326B-6848-650817C618A4}" dt="2025-12-02T20:29:06.784" v="99" actId="20577"/>
          <ac:spMkLst>
            <pc:docMk/>
            <pc:sldMk cId="3310977401" sldId="268"/>
            <ac:spMk id="3" creationId="{761F30B3-1078-F309-6656-A40D0345EF7B}"/>
          </ac:spMkLst>
        </pc:spChg>
        <pc:graphicFrameChg chg="mod modGraphic">
          <ac:chgData name="Lily Phoebe Grace T. Cosina" userId="S::lilyphoebegrace.cosina@cit.edu::d4fafa82-b351-4208-b3a1-cf09be6c6446" providerId="AD" clId="Web-{AB4C7003-EFE7-326B-6848-650817C618A4}" dt="2025-12-02T20:22:09.775" v="60" actId="1076"/>
          <ac:graphicFrameMkLst>
            <pc:docMk/>
            <pc:sldMk cId="3310977401" sldId="268"/>
            <ac:graphicFrameMk id="5" creationId="{E15B2F28-2C47-FF52-637D-8F8AE60CEA95}"/>
          </ac:graphicFrameMkLst>
        </pc:graphicFrameChg>
      </pc:sldChg>
    </pc:docChg>
  </pc:docChgLst>
  <pc:docChgLst>
    <pc:chgData name="Jon Vic T. Barcenas" userId="S::jonvic.barcenas@cit.edu::662c7301-ede6-44f9-b8c7-d18e77a043b1" providerId="AD" clId="Web-{2BF30651-F98E-40EF-B184-08630F168774}"/>
    <pc:docChg chg="modSld">
      <pc:chgData name="Jon Vic T. Barcenas" userId="S::jonvic.barcenas@cit.edu::662c7301-ede6-44f9-b8c7-d18e77a043b1" providerId="AD" clId="Web-{2BF30651-F98E-40EF-B184-08630F168774}" dt="2025-12-02T15:17:37.253" v="94" actId="20577"/>
      <pc:docMkLst>
        <pc:docMk/>
      </pc:docMkLst>
      <pc:sldChg chg="modSp">
        <pc:chgData name="Jon Vic T. Barcenas" userId="S::jonvic.barcenas@cit.edu::662c7301-ede6-44f9-b8c7-d18e77a043b1" providerId="AD" clId="Web-{2BF30651-F98E-40EF-B184-08630F168774}" dt="2025-12-02T15:17:37.253" v="94" actId="20577"/>
        <pc:sldMkLst>
          <pc:docMk/>
          <pc:sldMk cId="4285610617" sldId="260"/>
        </pc:sldMkLst>
        <pc:graphicFrameChg chg="modGraphic">
          <ac:chgData name="Jon Vic T. Barcenas" userId="S::jonvic.barcenas@cit.edu::662c7301-ede6-44f9-b8c7-d18e77a043b1" providerId="AD" clId="Web-{2BF30651-F98E-40EF-B184-08630F168774}" dt="2025-12-02T15:17:37.253" v="94" actId="20577"/>
          <ac:graphicFrameMkLst>
            <pc:docMk/>
            <pc:sldMk cId="4285610617" sldId="260"/>
            <ac:graphicFrameMk id="29" creationId="{2CD3C1E7-2DC8-AFCD-CA6A-82A14325012C}"/>
          </ac:graphicFrameMkLst>
        </pc:graphicFrameChg>
      </pc:sldChg>
      <pc:sldChg chg="modSp">
        <pc:chgData name="Jon Vic T. Barcenas" userId="S::jonvic.barcenas@cit.edu::662c7301-ede6-44f9-b8c7-d18e77a043b1" providerId="AD" clId="Web-{2BF30651-F98E-40EF-B184-08630F168774}" dt="2025-12-02T15:17:32.190" v="89" actId="20577"/>
        <pc:sldMkLst>
          <pc:docMk/>
          <pc:sldMk cId="1091057098" sldId="261"/>
        </pc:sldMkLst>
        <pc:graphicFrameChg chg="modGraphic">
          <ac:chgData name="Jon Vic T. Barcenas" userId="S::jonvic.barcenas@cit.edu::662c7301-ede6-44f9-b8c7-d18e77a043b1" providerId="AD" clId="Web-{2BF30651-F98E-40EF-B184-08630F168774}" dt="2025-12-02T15:17:32.190" v="89" actId="20577"/>
          <ac:graphicFrameMkLst>
            <pc:docMk/>
            <pc:sldMk cId="1091057098" sldId="261"/>
            <ac:graphicFrameMk id="6" creationId="{0381A5DC-F955-3020-B97F-20877A826447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E4B75-6782-4BF2-93AB-A4448AA98081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A366754-8DF0-4519-A646-D310A2486B94}">
      <dgm:prSet/>
      <dgm:spPr/>
      <dgm:t>
        <a:bodyPr/>
        <a:lstStyle/>
        <a:p>
          <a:r>
            <a:rPr lang="en-US" b="1"/>
            <a:t>Sprint 4:</a:t>
          </a:r>
        </a:p>
        <a:p>
          <a:r>
            <a:rPr lang="en-US" b="0" i="1"/>
            <a:t>“Enable students to manage their profile, goals, and GWA with accurate computation and clear color-coded feedback”</a:t>
          </a:r>
        </a:p>
      </dgm:t>
    </dgm:pt>
    <dgm:pt modelId="{23409F29-7FFA-4941-B458-0A8BCB39D323}" type="parTrans" cxnId="{8D687867-B82B-459F-9726-4A0F3DA2910D}">
      <dgm:prSet/>
      <dgm:spPr/>
      <dgm:t>
        <a:bodyPr/>
        <a:lstStyle/>
        <a:p>
          <a:endParaRPr lang="en-US"/>
        </a:p>
      </dgm:t>
    </dgm:pt>
    <dgm:pt modelId="{07DA8C09-B927-4F0D-B12D-BE7111CA4721}" type="sibTrans" cxnId="{8D687867-B82B-459F-9726-4A0F3DA2910D}">
      <dgm:prSet/>
      <dgm:spPr/>
      <dgm:t>
        <a:bodyPr/>
        <a:lstStyle/>
        <a:p>
          <a:endParaRPr lang="en-US"/>
        </a:p>
      </dgm:t>
    </dgm:pt>
    <dgm:pt modelId="{543C4A8C-1EDD-4CB9-8BC3-44FB7EBF73B2}">
      <dgm:prSet/>
      <dgm:spPr/>
      <dgm:t>
        <a:bodyPr/>
        <a:lstStyle/>
        <a:p>
          <a:r>
            <a:rPr lang="en-US" b="1"/>
            <a:t>Sprint 5:</a:t>
          </a:r>
        </a:p>
        <a:p>
          <a:r>
            <a:rPr lang="en-US" b="0" i="1"/>
            <a:t>“Deliver a </a:t>
          </a:r>
          <a:r>
            <a:rPr lang="en-PH" b="1"/>
            <a:t>release-ready </a:t>
          </a:r>
          <a:r>
            <a:rPr lang="en-PH" b="1" err="1"/>
            <a:t>GradeNest</a:t>
          </a:r>
          <a:r>
            <a:rPr lang="en-PH" b="1"/>
            <a:t> by completing full-system regression testing, polishing UI, cleaning the codebase, and finalizing all the user and technical documentation for project handover.</a:t>
          </a:r>
          <a:r>
            <a:rPr lang="en-US" b="0" i="1"/>
            <a:t>”</a:t>
          </a:r>
        </a:p>
      </dgm:t>
    </dgm:pt>
    <dgm:pt modelId="{ECAF99B1-0DB1-4820-B315-CA928BBF546A}" type="parTrans" cxnId="{55870D4C-CB15-4EF0-899F-A9DC1EC82EBC}">
      <dgm:prSet/>
      <dgm:spPr/>
      <dgm:t>
        <a:bodyPr/>
        <a:lstStyle/>
        <a:p>
          <a:endParaRPr lang="en-US"/>
        </a:p>
      </dgm:t>
    </dgm:pt>
    <dgm:pt modelId="{5EA3AC9C-7899-4D66-84D1-08E4BF781C3E}" type="sibTrans" cxnId="{55870D4C-CB15-4EF0-899F-A9DC1EC82EBC}">
      <dgm:prSet/>
      <dgm:spPr/>
      <dgm:t>
        <a:bodyPr/>
        <a:lstStyle/>
        <a:p>
          <a:endParaRPr lang="en-US"/>
        </a:p>
      </dgm:t>
    </dgm:pt>
    <dgm:pt modelId="{ED480AC4-1F7F-49E9-95FB-C68E35FAE304}" type="pres">
      <dgm:prSet presAssocID="{6BDE4B75-6782-4BF2-93AB-A4448AA98081}" presName="vert0" presStyleCnt="0">
        <dgm:presLayoutVars>
          <dgm:dir/>
          <dgm:animOne val="branch"/>
          <dgm:animLvl val="lvl"/>
        </dgm:presLayoutVars>
      </dgm:prSet>
      <dgm:spPr/>
    </dgm:pt>
    <dgm:pt modelId="{0F15F8D1-5534-4713-888A-159D6BBB3B7C}" type="pres">
      <dgm:prSet presAssocID="{AA366754-8DF0-4519-A646-D310A2486B94}" presName="thickLine" presStyleLbl="alignNode1" presStyleIdx="0" presStyleCnt="2"/>
      <dgm:spPr/>
    </dgm:pt>
    <dgm:pt modelId="{AFA8729B-DFA4-4E0E-AF13-CE44630EE0DE}" type="pres">
      <dgm:prSet presAssocID="{AA366754-8DF0-4519-A646-D310A2486B94}" presName="horz1" presStyleCnt="0"/>
      <dgm:spPr/>
    </dgm:pt>
    <dgm:pt modelId="{C86878A0-0354-4908-99D5-B098B98BB747}" type="pres">
      <dgm:prSet presAssocID="{AA366754-8DF0-4519-A646-D310A2486B94}" presName="tx1" presStyleLbl="revTx" presStyleIdx="0" presStyleCnt="2"/>
      <dgm:spPr/>
    </dgm:pt>
    <dgm:pt modelId="{AFD2819B-AB19-4CFB-A5D3-74D00DB8C96C}" type="pres">
      <dgm:prSet presAssocID="{AA366754-8DF0-4519-A646-D310A2486B94}" presName="vert1" presStyleCnt="0"/>
      <dgm:spPr/>
    </dgm:pt>
    <dgm:pt modelId="{8C0709A1-986E-494C-96F3-DED930843700}" type="pres">
      <dgm:prSet presAssocID="{543C4A8C-1EDD-4CB9-8BC3-44FB7EBF73B2}" presName="thickLine" presStyleLbl="alignNode1" presStyleIdx="1" presStyleCnt="2" custLinFactNeighborX="-87" custLinFactNeighborY="-14270"/>
      <dgm:spPr/>
    </dgm:pt>
    <dgm:pt modelId="{383F5A5F-2D1E-4FFE-B851-0038540C1324}" type="pres">
      <dgm:prSet presAssocID="{543C4A8C-1EDD-4CB9-8BC3-44FB7EBF73B2}" presName="horz1" presStyleCnt="0"/>
      <dgm:spPr/>
    </dgm:pt>
    <dgm:pt modelId="{1AE59459-5358-4E79-8E2C-4B3F0746317A}" type="pres">
      <dgm:prSet presAssocID="{543C4A8C-1EDD-4CB9-8BC3-44FB7EBF73B2}" presName="tx1" presStyleLbl="revTx" presStyleIdx="1" presStyleCnt="2"/>
      <dgm:spPr/>
    </dgm:pt>
    <dgm:pt modelId="{C103DACC-1ED9-4257-9485-C888369A1D62}" type="pres">
      <dgm:prSet presAssocID="{543C4A8C-1EDD-4CB9-8BC3-44FB7EBF73B2}" presName="vert1" presStyleCnt="0"/>
      <dgm:spPr/>
    </dgm:pt>
  </dgm:ptLst>
  <dgm:cxnLst>
    <dgm:cxn modelId="{8D687867-B82B-459F-9726-4A0F3DA2910D}" srcId="{6BDE4B75-6782-4BF2-93AB-A4448AA98081}" destId="{AA366754-8DF0-4519-A646-D310A2486B94}" srcOrd="0" destOrd="0" parTransId="{23409F29-7FFA-4941-B458-0A8BCB39D323}" sibTransId="{07DA8C09-B927-4F0D-B12D-BE7111CA4721}"/>
    <dgm:cxn modelId="{55870D4C-CB15-4EF0-899F-A9DC1EC82EBC}" srcId="{6BDE4B75-6782-4BF2-93AB-A4448AA98081}" destId="{543C4A8C-1EDD-4CB9-8BC3-44FB7EBF73B2}" srcOrd="1" destOrd="0" parTransId="{ECAF99B1-0DB1-4820-B315-CA928BBF546A}" sibTransId="{5EA3AC9C-7899-4D66-84D1-08E4BF781C3E}"/>
    <dgm:cxn modelId="{84246485-0ECF-444B-AFA8-1D177AD6D411}" type="presOf" srcId="{6BDE4B75-6782-4BF2-93AB-A4448AA98081}" destId="{ED480AC4-1F7F-49E9-95FB-C68E35FAE304}" srcOrd="0" destOrd="0" presId="urn:microsoft.com/office/officeart/2008/layout/LinedList"/>
    <dgm:cxn modelId="{73E73B9A-C8C6-4ED5-A462-41EADF6F28DC}" type="presOf" srcId="{AA366754-8DF0-4519-A646-D310A2486B94}" destId="{C86878A0-0354-4908-99D5-B098B98BB747}" srcOrd="0" destOrd="0" presId="urn:microsoft.com/office/officeart/2008/layout/LinedList"/>
    <dgm:cxn modelId="{7063FCB7-F394-475A-92AC-3C5A9FF342CD}" type="presOf" srcId="{543C4A8C-1EDD-4CB9-8BC3-44FB7EBF73B2}" destId="{1AE59459-5358-4E79-8E2C-4B3F0746317A}" srcOrd="0" destOrd="0" presId="urn:microsoft.com/office/officeart/2008/layout/LinedList"/>
    <dgm:cxn modelId="{C7F8F508-0FDD-41BB-A137-65E654A873A9}" type="presParOf" srcId="{ED480AC4-1F7F-49E9-95FB-C68E35FAE304}" destId="{0F15F8D1-5534-4713-888A-159D6BBB3B7C}" srcOrd="0" destOrd="0" presId="urn:microsoft.com/office/officeart/2008/layout/LinedList"/>
    <dgm:cxn modelId="{7DEFD59C-33EC-45BC-8F0B-52B9E2F77DE4}" type="presParOf" srcId="{ED480AC4-1F7F-49E9-95FB-C68E35FAE304}" destId="{AFA8729B-DFA4-4E0E-AF13-CE44630EE0DE}" srcOrd="1" destOrd="0" presId="urn:microsoft.com/office/officeart/2008/layout/LinedList"/>
    <dgm:cxn modelId="{5CB72B9C-CCFC-40C4-8A6F-2551D993E209}" type="presParOf" srcId="{AFA8729B-DFA4-4E0E-AF13-CE44630EE0DE}" destId="{C86878A0-0354-4908-99D5-B098B98BB747}" srcOrd="0" destOrd="0" presId="urn:microsoft.com/office/officeart/2008/layout/LinedList"/>
    <dgm:cxn modelId="{C0F6BF92-DB9E-4725-B1A3-C458DB8BD61C}" type="presParOf" srcId="{AFA8729B-DFA4-4E0E-AF13-CE44630EE0DE}" destId="{AFD2819B-AB19-4CFB-A5D3-74D00DB8C96C}" srcOrd="1" destOrd="0" presId="urn:microsoft.com/office/officeart/2008/layout/LinedList"/>
    <dgm:cxn modelId="{64BEB6D9-2CBB-4870-95B2-5E9E5D4BB621}" type="presParOf" srcId="{ED480AC4-1F7F-49E9-95FB-C68E35FAE304}" destId="{8C0709A1-986E-494C-96F3-DED930843700}" srcOrd="2" destOrd="0" presId="urn:microsoft.com/office/officeart/2008/layout/LinedList"/>
    <dgm:cxn modelId="{566B8787-3678-4E96-BFF8-ADE2FB1A8CEA}" type="presParOf" srcId="{ED480AC4-1F7F-49E9-95FB-C68E35FAE304}" destId="{383F5A5F-2D1E-4FFE-B851-0038540C1324}" srcOrd="3" destOrd="0" presId="urn:microsoft.com/office/officeart/2008/layout/LinedList"/>
    <dgm:cxn modelId="{3106C8FA-B4A5-4C75-A22B-C44AB565821A}" type="presParOf" srcId="{383F5A5F-2D1E-4FFE-B851-0038540C1324}" destId="{1AE59459-5358-4E79-8E2C-4B3F0746317A}" srcOrd="0" destOrd="0" presId="urn:microsoft.com/office/officeart/2008/layout/LinedList"/>
    <dgm:cxn modelId="{00875EC7-AD0A-4C5B-88A0-80F629AD3825}" type="presParOf" srcId="{383F5A5F-2D1E-4FFE-B851-0038540C1324}" destId="{C103DACC-1ED9-4257-9485-C888369A1D6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87ED8B-575B-4D99-A861-25A211223AA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92FD17D-25E6-4B82-B5B2-4D04C79918A1}">
      <dgm:prSet/>
      <dgm:spPr/>
      <dgm:t>
        <a:bodyPr/>
        <a:lstStyle/>
        <a:p>
          <a:r>
            <a:rPr lang="en-US"/>
            <a:t>A simple table or list showing:</a:t>
          </a:r>
        </a:p>
      </dgm:t>
    </dgm:pt>
    <dgm:pt modelId="{67267E36-9357-4415-B0CA-07CD01B303D1}" type="parTrans" cxnId="{F9CB88D0-39D7-49F6-BB51-4A22D523F3BF}">
      <dgm:prSet/>
      <dgm:spPr/>
      <dgm:t>
        <a:bodyPr/>
        <a:lstStyle/>
        <a:p>
          <a:endParaRPr lang="en-US"/>
        </a:p>
      </dgm:t>
    </dgm:pt>
    <dgm:pt modelId="{B7189508-D668-4470-BB42-EE6DB845B41D}" type="sibTrans" cxnId="{F9CB88D0-39D7-49F6-BB51-4A22D523F3BF}">
      <dgm:prSet/>
      <dgm:spPr/>
      <dgm:t>
        <a:bodyPr/>
        <a:lstStyle/>
        <a:p>
          <a:endParaRPr lang="en-US"/>
        </a:p>
      </dgm:t>
    </dgm:pt>
    <dgm:pt modelId="{82C8D0C7-65B6-498F-B43D-66D54300BEA9}">
      <dgm:prSet/>
      <dgm:spPr/>
      <dgm:t>
        <a:bodyPr/>
        <a:lstStyle/>
        <a:p>
          <a:r>
            <a:rPr lang="en-US"/>
            <a:t>User stories planned for this sprint</a:t>
          </a:r>
        </a:p>
      </dgm:t>
    </dgm:pt>
    <dgm:pt modelId="{B1D5E0C8-5239-48C4-BE8F-593F81E9F095}" type="parTrans" cxnId="{5C55DA10-AF4C-46B1-9078-B6BDFA27636B}">
      <dgm:prSet/>
      <dgm:spPr/>
      <dgm:t>
        <a:bodyPr/>
        <a:lstStyle/>
        <a:p>
          <a:endParaRPr lang="en-US"/>
        </a:p>
      </dgm:t>
    </dgm:pt>
    <dgm:pt modelId="{D54D1298-4671-4D57-B916-D2741F436BAF}" type="sibTrans" cxnId="{5C55DA10-AF4C-46B1-9078-B6BDFA27636B}">
      <dgm:prSet/>
      <dgm:spPr/>
      <dgm:t>
        <a:bodyPr/>
        <a:lstStyle/>
        <a:p>
          <a:endParaRPr lang="en-US"/>
        </a:p>
      </dgm:t>
    </dgm:pt>
    <dgm:pt modelId="{022E5727-F6F0-4329-956E-55B848D94002}">
      <dgm:prSet/>
      <dgm:spPr/>
      <dgm:t>
        <a:bodyPr/>
        <a:lstStyle/>
        <a:p>
          <a:r>
            <a:rPr lang="en-US"/>
            <a:t>Which were </a:t>
          </a:r>
          <a:r>
            <a:rPr lang="en-US" b="1"/>
            <a:t>completed</a:t>
          </a:r>
          <a:r>
            <a:rPr lang="en-US"/>
            <a:t> ✅</a:t>
          </a:r>
        </a:p>
      </dgm:t>
    </dgm:pt>
    <dgm:pt modelId="{707E5551-0D93-464D-B536-7300EB0E9A53}" type="parTrans" cxnId="{35C1CFF5-AEC0-4DF1-B94F-9B49B1D9A3E2}">
      <dgm:prSet/>
      <dgm:spPr/>
      <dgm:t>
        <a:bodyPr/>
        <a:lstStyle/>
        <a:p>
          <a:endParaRPr lang="en-US"/>
        </a:p>
      </dgm:t>
    </dgm:pt>
    <dgm:pt modelId="{34138CDC-9306-43E5-9F57-B1D5D7A12045}" type="sibTrans" cxnId="{35C1CFF5-AEC0-4DF1-B94F-9B49B1D9A3E2}">
      <dgm:prSet/>
      <dgm:spPr/>
      <dgm:t>
        <a:bodyPr/>
        <a:lstStyle/>
        <a:p>
          <a:endParaRPr lang="en-US"/>
        </a:p>
      </dgm:t>
    </dgm:pt>
    <dgm:pt modelId="{DE4BAAA5-A9C3-45F6-A791-0CB7E8D74F59}">
      <dgm:prSet/>
      <dgm:spPr/>
      <dgm:t>
        <a:bodyPr/>
        <a:lstStyle/>
        <a:p>
          <a:r>
            <a:rPr lang="en-US"/>
            <a:t>Which were </a:t>
          </a:r>
          <a:r>
            <a:rPr lang="en-US" b="1"/>
            <a:t>not completed</a:t>
          </a:r>
          <a:r>
            <a:rPr lang="en-US"/>
            <a:t> ❌ (and why, briefly)</a:t>
          </a:r>
        </a:p>
      </dgm:t>
    </dgm:pt>
    <dgm:pt modelId="{8CBE5EC9-4E72-4A6A-B7A7-E44705BC4B26}" type="parTrans" cxnId="{33DF269F-9708-463E-90A3-8007A49E9628}">
      <dgm:prSet/>
      <dgm:spPr/>
      <dgm:t>
        <a:bodyPr/>
        <a:lstStyle/>
        <a:p>
          <a:endParaRPr lang="en-US"/>
        </a:p>
      </dgm:t>
    </dgm:pt>
    <dgm:pt modelId="{F18D1724-938C-4270-A3FE-71AC9A10D8A7}" type="sibTrans" cxnId="{33DF269F-9708-463E-90A3-8007A49E9628}">
      <dgm:prSet/>
      <dgm:spPr/>
      <dgm:t>
        <a:bodyPr/>
        <a:lstStyle/>
        <a:p>
          <a:endParaRPr lang="en-US"/>
        </a:p>
      </dgm:t>
    </dgm:pt>
    <dgm:pt modelId="{5E560F57-750E-4F52-A17C-B7856F18653A}" type="pres">
      <dgm:prSet presAssocID="{B687ED8B-575B-4D99-A861-25A211223AAD}" presName="linear" presStyleCnt="0">
        <dgm:presLayoutVars>
          <dgm:animLvl val="lvl"/>
          <dgm:resizeHandles val="exact"/>
        </dgm:presLayoutVars>
      </dgm:prSet>
      <dgm:spPr/>
    </dgm:pt>
    <dgm:pt modelId="{2F78C215-E7C3-4379-B808-E3A2B0D778DC}" type="pres">
      <dgm:prSet presAssocID="{A92FD17D-25E6-4B82-B5B2-4D04C79918A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74CDE33-B4E5-47B1-9B2E-0C0EF048F1F3}" type="pres">
      <dgm:prSet presAssocID="{B7189508-D668-4470-BB42-EE6DB845B41D}" presName="spacer" presStyleCnt="0"/>
      <dgm:spPr/>
    </dgm:pt>
    <dgm:pt modelId="{698FA1CE-B3B1-4D5E-BCFA-409A0F82391D}" type="pres">
      <dgm:prSet presAssocID="{82C8D0C7-65B6-498F-B43D-66D54300BEA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8F9E6F-A895-4441-B174-5DE4752C36B3}" type="pres">
      <dgm:prSet presAssocID="{D54D1298-4671-4D57-B916-D2741F436BAF}" presName="spacer" presStyleCnt="0"/>
      <dgm:spPr/>
    </dgm:pt>
    <dgm:pt modelId="{0C3B8D81-35F2-48D2-B266-926D289C089C}" type="pres">
      <dgm:prSet presAssocID="{022E5727-F6F0-4329-956E-55B848D94002}" presName="parentText" presStyleLbl="node1" presStyleIdx="2" presStyleCnt="4" custLinFactNeighborX="-4869" custLinFactNeighborY="35078">
        <dgm:presLayoutVars>
          <dgm:chMax val="0"/>
          <dgm:bulletEnabled val="1"/>
        </dgm:presLayoutVars>
      </dgm:prSet>
      <dgm:spPr/>
    </dgm:pt>
    <dgm:pt modelId="{28F63927-DFB1-4590-8E72-CFE939F2B6E5}" type="pres">
      <dgm:prSet presAssocID="{34138CDC-9306-43E5-9F57-B1D5D7A12045}" presName="spacer" presStyleCnt="0"/>
      <dgm:spPr/>
    </dgm:pt>
    <dgm:pt modelId="{F87D5803-2E3E-4FC2-BB7A-81B121B6A60D}" type="pres">
      <dgm:prSet presAssocID="{DE4BAAA5-A9C3-45F6-A791-0CB7E8D74F5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C55DA10-AF4C-46B1-9078-B6BDFA27636B}" srcId="{B687ED8B-575B-4D99-A861-25A211223AAD}" destId="{82C8D0C7-65B6-498F-B43D-66D54300BEA9}" srcOrd="1" destOrd="0" parTransId="{B1D5E0C8-5239-48C4-BE8F-593F81E9F095}" sibTransId="{D54D1298-4671-4D57-B916-D2741F436BAF}"/>
    <dgm:cxn modelId="{72013F13-B19C-4E97-A0FE-E7D924397F1B}" type="presOf" srcId="{B687ED8B-575B-4D99-A861-25A211223AAD}" destId="{5E560F57-750E-4F52-A17C-B7856F18653A}" srcOrd="0" destOrd="0" presId="urn:microsoft.com/office/officeart/2005/8/layout/vList2"/>
    <dgm:cxn modelId="{D891CD3E-C000-47AA-97BF-459E29C4C0E5}" type="presOf" srcId="{022E5727-F6F0-4329-956E-55B848D94002}" destId="{0C3B8D81-35F2-48D2-B266-926D289C089C}" srcOrd="0" destOrd="0" presId="urn:microsoft.com/office/officeart/2005/8/layout/vList2"/>
    <dgm:cxn modelId="{E4D91F5E-B565-4752-BF5B-6BCAAB1D7D4A}" type="presOf" srcId="{A92FD17D-25E6-4B82-B5B2-4D04C79918A1}" destId="{2F78C215-E7C3-4379-B808-E3A2B0D778DC}" srcOrd="0" destOrd="0" presId="urn:microsoft.com/office/officeart/2005/8/layout/vList2"/>
    <dgm:cxn modelId="{8A2BEE79-ABF5-47E7-A0B6-E1D91DC5A690}" type="presOf" srcId="{DE4BAAA5-A9C3-45F6-A791-0CB7E8D74F59}" destId="{F87D5803-2E3E-4FC2-BB7A-81B121B6A60D}" srcOrd="0" destOrd="0" presId="urn:microsoft.com/office/officeart/2005/8/layout/vList2"/>
    <dgm:cxn modelId="{E0F51292-CAD0-48B6-84D4-5690342D7110}" type="presOf" srcId="{82C8D0C7-65B6-498F-B43D-66D54300BEA9}" destId="{698FA1CE-B3B1-4D5E-BCFA-409A0F82391D}" srcOrd="0" destOrd="0" presId="urn:microsoft.com/office/officeart/2005/8/layout/vList2"/>
    <dgm:cxn modelId="{33DF269F-9708-463E-90A3-8007A49E9628}" srcId="{B687ED8B-575B-4D99-A861-25A211223AAD}" destId="{DE4BAAA5-A9C3-45F6-A791-0CB7E8D74F59}" srcOrd="3" destOrd="0" parTransId="{8CBE5EC9-4E72-4A6A-B7A7-E44705BC4B26}" sibTransId="{F18D1724-938C-4270-A3FE-71AC9A10D8A7}"/>
    <dgm:cxn modelId="{F9CB88D0-39D7-49F6-BB51-4A22D523F3BF}" srcId="{B687ED8B-575B-4D99-A861-25A211223AAD}" destId="{A92FD17D-25E6-4B82-B5B2-4D04C79918A1}" srcOrd="0" destOrd="0" parTransId="{67267E36-9357-4415-B0CA-07CD01B303D1}" sibTransId="{B7189508-D668-4470-BB42-EE6DB845B41D}"/>
    <dgm:cxn modelId="{35C1CFF5-AEC0-4DF1-B94F-9B49B1D9A3E2}" srcId="{B687ED8B-575B-4D99-A861-25A211223AAD}" destId="{022E5727-F6F0-4329-956E-55B848D94002}" srcOrd="2" destOrd="0" parTransId="{707E5551-0D93-464D-B536-7300EB0E9A53}" sibTransId="{34138CDC-9306-43E5-9F57-B1D5D7A12045}"/>
    <dgm:cxn modelId="{7AFC5B65-21A0-40A7-A117-7F5D6F114FFC}" type="presParOf" srcId="{5E560F57-750E-4F52-A17C-B7856F18653A}" destId="{2F78C215-E7C3-4379-B808-E3A2B0D778DC}" srcOrd="0" destOrd="0" presId="urn:microsoft.com/office/officeart/2005/8/layout/vList2"/>
    <dgm:cxn modelId="{402A2343-033C-481D-B0F1-0065D7B73704}" type="presParOf" srcId="{5E560F57-750E-4F52-A17C-B7856F18653A}" destId="{374CDE33-B4E5-47B1-9B2E-0C0EF048F1F3}" srcOrd="1" destOrd="0" presId="urn:microsoft.com/office/officeart/2005/8/layout/vList2"/>
    <dgm:cxn modelId="{F87BD912-66A2-4314-B711-898A4F0CFB31}" type="presParOf" srcId="{5E560F57-750E-4F52-A17C-B7856F18653A}" destId="{698FA1CE-B3B1-4D5E-BCFA-409A0F82391D}" srcOrd="2" destOrd="0" presId="urn:microsoft.com/office/officeart/2005/8/layout/vList2"/>
    <dgm:cxn modelId="{664503D6-87CF-41D1-8EF9-36326EA912BA}" type="presParOf" srcId="{5E560F57-750E-4F52-A17C-B7856F18653A}" destId="{EE8F9E6F-A895-4441-B174-5DE4752C36B3}" srcOrd="3" destOrd="0" presId="urn:microsoft.com/office/officeart/2005/8/layout/vList2"/>
    <dgm:cxn modelId="{A5AA9BD2-6DB4-463B-AD74-37455C15451C}" type="presParOf" srcId="{5E560F57-750E-4F52-A17C-B7856F18653A}" destId="{0C3B8D81-35F2-48D2-B266-926D289C089C}" srcOrd="4" destOrd="0" presId="urn:microsoft.com/office/officeart/2005/8/layout/vList2"/>
    <dgm:cxn modelId="{5C73A57F-F5C2-4AED-A086-17FE59D371F2}" type="presParOf" srcId="{5E560F57-750E-4F52-A17C-B7856F18653A}" destId="{28F63927-DFB1-4590-8E72-CFE939F2B6E5}" srcOrd="5" destOrd="0" presId="urn:microsoft.com/office/officeart/2005/8/layout/vList2"/>
    <dgm:cxn modelId="{F8B93F27-31A9-4BE7-A6E8-28F85FE029AC}" type="presParOf" srcId="{5E560F57-750E-4F52-A17C-B7856F18653A}" destId="{F87D5803-2E3E-4FC2-BB7A-81B121B6A60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B4EB3F-6F02-4FC4-9CA0-35F478819E7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A72B56-8F7B-41B0-B5B3-563C4A07DE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u="none">
              <a:solidFill>
                <a:srgbClr val="000000"/>
              </a:solidFill>
            </a:rPr>
            <a:t>Sprint 4 completed 28 out of </a:t>
          </a:r>
          <a:r>
            <a:rPr lang="en-US" b="0" i="0" u="none">
              <a:solidFill>
                <a:srgbClr val="000000"/>
              </a:solidFill>
              <a:latin typeface="Trebuchet MS" panose="020B0603020202020204"/>
            </a:rPr>
            <a:t>28</a:t>
          </a:r>
          <a:r>
            <a:rPr lang="en-US" b="0" i="0" u="none">
              <a:solidFill>
                <a:srgbClr val="000000"/>
              </a:solidFill>
            </a:rPr>
            <a:t>, while  </a:t>
          </a:r>
          <a:br>
            <a:rPr lang="en-US" b="0" i="0" u="none">
              <a:solidFill>
                <a:srgbClr val="FF0000"/>
              </a:solidFill>
            </a:rPr>
          </a:br>
          <a:r>
            <a:rPr lang="en-US" b="0" i="0" u="none">
              <a:solidFill>
                <a:srgbClr val="000000"/>
              </a:solidFill>
            </a:rPr>
            <a:t>Sprint 5 completed 20 out of 20 Story points Committed</a:t>
          </a:r>
          <a:r>
            <a:rPr lang="en-US" b="0" i="0" u="none"/>
            <a:t> </a:t>
          </a:r>
          <a:endParaRPr lang="en-US" b="0"/>
        </a:p>
      </dgm:t>
    </dgm:pt>
    <dgm:pt modelId="{6DD578AD-DD24-4F02-BAD0-599D11A1AC38}" type="parTrans" cxnId="{EF2314AC-3D4F-42EE-B724-8D180AB9456A}">
      <dgm:prSet/>
      <dgm:spPr/>
      <dgm:t>
        <a:bodyPr/>
        <a:lstStyle/>
        <a:p>
          <a:endParaRPr lang="en-US"/>
        </a:p>
      </dgm:t>
    </dgm:pt>
    <dgm:pt modelId="{4DB30D57-E266-4F24-8C74-C2053D6CE317}" type="sibTrans" cxnId="{EF2314AC-3D4F-42EE-B724-8D180AB9456A}">
      <dgm:prSet/>
      <dgm:spPr/>
      <dgm:t>
        <a:bodyPr/>
        <a:lstStyle/>
        <a:p>
          <a:endParaRPr lang="en-US"/>
        </a:p>
      </dgm:t>
    </dgm:pt>
    <dgm:pt modelId="{70B4A60C-E1B2-4022-9160-84E6F51DD39C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 b="1">
              <a:latin typeface="Trebuchet MS" panose="020B0603020202020204"/>
            </a:rPr>
            <a:t>Bugs found and resolved?</a:t>
          </a:r>
          <a:endParaRPr lang="en-US" b="0"/>
        </a:p>
      </dgm:t>
    </dgm:pt>
    <dgm:pt modelId="{F86E1AA8-373D-478D-A391-D3BD9A3D9029}" type="parTrans" cxnId="{18DF2619-1512-457E-8F48-430E40187339}">
      <dgm:prSet/>
      <dgm:spPr/>
      <dgm:t>
        <a:bodyPr/>
        <a:lstStyle/>
        <a:p>
          <a:endParaRPr lang="en-PH"/>
        </a:p>
      </dgm:t>
    </dgm:pt>
    <dgm:pt modelId="{09E3DA34-EA0D-473B-BBA2-B65DA432BDDD}" type="sibTrans" cxnId="{18DF2619-1512-457E-8F48-430E40187339}">
      <dgm:prSet/>
      <dgm:spPr/>
      <dgm:t>
        <a:bodyPr/>
        <a:lstStyle/>
        <a:p>
          <a:endParaRPr lang="en-PH"/>
        </a:p>
      </dgm:t>
    </dgm:pt>
    <dgm:pt modelId="{48CC547E-C2F4-4523-B1C7-508C0DE2EE34}" type="pres">
      <dgm:prSet presAssocID="{ABB4EB3F-6F02-4FC4-9CA0-35F478819E73}" presName="root" presStyleCnt="0">
        <dgm:presLayoutVars>
          <dgm:dir/>
          <dgm:resizeHandles val="exact"/>
        </dgm:presLayoutVars>
      </dgm:prSet>
      <dgm:spPr/>
    </dgm:pt>
    <dgm:pt modelId="{B41E4F22-BC9F-4D28-B9A2-AA840C5C350E}" type="pres">
      <dgm:prSet presAssocID="{80A72B56-8F7B-41B0-B5B3-563C4A07DED5}" presName="compNode" presStyleCnt="0"/>
      <dgm:spPr/>
    </dgm:pt>
    <dgm:pt modelId="{08EFD6F8-2A77-4E36-8A72-CA418AFF20D8}" type="pres">
      <dgm:prSet presAssocID="{80A72B56-8F7B-41B0-B5B3-563C4A07DED5}" presName="bgRect" presStyleLbl="bgShp" presStyleIdx="0" presStyleCnt="2"/>
      <dgm:spPr/>
    </dgm:pt>
    <dgm:pt modelId="{FBFBDDDD-F04F-4846-8EA0-11FE5EEDCFA1}" type="pres">
      <dgm:prSet presAssocID="{80A72B56-8F7B-41B0-B5B3-563C4A07DED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89448034-A6CA-414A-B44D-F9439108E36D}" type="pres">
      <dgm:prSet presAssocID="{80A72B56-8F7B-41B0-B5B3-563C4A07DED5}" presName="spaceRect" presStyleCnt="0"/>
      <dgm:spPr/>
    </dgm:pt>
    <dgm:pt modelId="{BC24CD38-8B93-48E9-A0FA-4FD4007B3A47}" type="pres">
      <dgm:prSet presAssocID="{80A72B56-8F7B-41B0-B5B3-563C4A07DED5}" presName="parTx" presStyleLbl="revTx" presStyleIdx="0" presStyleCnt="2">
        <dgm:presLayoutVars>
          <dgm:chMax val="0"/>
          <dgm:chPref val="0"/>
        </dgm:presLayoutVars>
      </dgm:prSet>
      <dgm:spPr/>
    </dgm:pt>
    <dgm:pt modelId="{982A6E74-55CD-4A39-9326-8838223FB000}" type="pres">
      <dgm:prSet presAssocID="{4DB30D57-E266-4F24-8C74-C2053D6CE317}" presName="sibTrans" presStyleCnt="0"/>
      <dgm:spPr/>
    </dgm:pt>
    <dgm:pt modelId="{32054720-A5A2-460E-A0F7-DBA324C2FC68}" type="pres">
      <dgm:prSet presAssocID="{70B4A60C-E1B2-4022-9160-84E6F51DD39C}" presName="compNode" presStyleCnt="0"/>
      <dgm:spPr/>
    </dgm:pt>
    <dgm:pt modelId="{562B3824-46AF-4DAF-A1F5-4AA96DFBF453}" type="pres">
      <dgm:prSet presAssocID="{70B4A60C-E1B2-4022-9160-84E6F51DD39C}" presName="bgRect" presStyleLbl="bgShp" presStyleIdx="1" presStyleCnt="2"/>
      <dgm:spPr/>
    </dgm:pt>
    <dgm:pt modelId="{8CB3846D-98FB-4A8D-A738-395BBCA9B452}" type="pres">
      <dgm:prSet presAssocID="{70B4A60C-E1B2-4022-9160-84E6F51DD39C}" presName="iconRect" presStyleLbl="node1" presStyleIdx="1" presStyleCnt="2"/>
      <dgm:spPr/>
    </dgm:pt>
    <dgm:pt modelId="{6A935873-A039-4068-9B2B-CC8E71D90D63}" type="pres">
      <dgm:prSet presAssocID="{70B4A60C-E1B2-4022-9160-84E6F51DD39C}" presName="spaceRect" presStyleCnt="0"/>
      <dgm:spPr/>
    </dgm:pt>
    <dgm:pt modelId="{824D3454-5F8D-4981-8BB4-A549826A05C6}" type="pres">
      <dgm:prSet presAssocID="{70B4A60C-E1B2-4022-9160-84E6F51DD39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8DF2619-1512-457E-8F48-430E40187339}" srcId="{ABB4EB3F-6F02-4FC4-9CA0-35F478819E73}" destId="{70B4A60C-E1B2-4022-9160-84E6F51DD39C}" srcOrd="1" destOrd="0" parTransId="{F86E1AA8-373D-478D-A391-D3BD9A3D9029}" sibTransId="{09E3DA34-EA0D-473B-BBA2-B65DA432BDDD}"/>
    <dgm:cxn modelId="{37A1FA23-ED71-4B37-9BEF-F9CDCB7C813F}" type="presOf" srcId="{ABB4EB3F-6F02-4FC4-9CA0-35F478819E73}" destId="{48CC547E-C2F4-4523-B1C7-508C0DE2EE34}" srcOrd="0" destOrd="0" presId="urn:microsoft.com/office/officeart/2018/2/layout/IconVerticalSolidList"/>
    <dgm:cxn modelId="{83EFB8A8-E321-4362-9551-B9744B8A82AB}" type="presOf" srcId="{70B4A60C-E1B2-4022-9160-84E6F51DD39C}" destId="{824D3454-5F8D-4981-8BB4-A549826A05C6}" srcOrd="0" destOrd="0" presId="urn:microsoft.com/office/officeart/2018/2/layout/IconVerticalSolidList"/>
    <dgm:cxn modelId="{EF2314AC-3D4F-42EE-B724-8D180AB9456A}" srcId="{ABB4EB3F-6F02-4FC4-9CA0-35F478819E73}" destId="{80A72B56-8F7B-41B0-B5B3-563C4A07DED5}" srcOrd="0" destOrd="0" parTransId="{6DD578AD-DD24-4F02-BAD0-599D11A1AC38}" sibTransId="{4DB30D57-E266-4F24-8C74-C2053D6CE317}"/>
    <dgm:cxn modelId="{53920AE1-71AF-441B-A629-D9A1F1902C61}" type="presOf" srcId="{80A72B56-8F7B-41B0-B5B3-563C4A07DED5}" destId="{BC24CD38-8B93-48E9-A0FA-4FD4007B3A47}" srcOrd="0" destOrd="0" presId="urn:microsoft.com/office/officeart/2018/2/layout/IconVerticalSolidList"/>
    <dgm:cxn modelId="{546D4B9B-3295-4C2A-B1A0-91C02467983B}" type="presParOf" srcId="{48CC547E-C2F4-4523-B1C7-508C0DE2EE34}" destId="{B41E4F22-BC9F-4D28-B9A2-AA840C5C350E}" srcOrd="0" destOrd="0" presId="urn:microsoft.com/office/officeart/2018/2/layout/IconVerticalSolidList"/>
    <dgm:cxn modelId="{48A28E70-295A-4E1F-986B-63543D7D4927}" type="presParOf" srcId="{B41E4F22-BC9F-4D28-B9A2-AA840C5C350E}" destId="{08EFD6F8-2A77-4E36-8A72-CA418AFF20D8}" srcOrd="0" destOrd="0" presId="urn:microsoft.com/office/officeart/2018/2/layout/IconVerticalSolidList"/>
    <dgm:cxn modelId="{B094014E-E3A9-4F2E-9299-F15171449E99}" type="presParOf" srcId="{B41E4F22-BC9F-4D28-B9A2-AA840C5C350E}" destId="{FBFBDDDD-F04F-4846-8EA0-11FE5EEDCFA1}" srcOrd="1" destOrd="0" presId="urn:microsoft.com/office/officeart/2018/2/layout/IconVerticalSolidList"/>
    <dgm:cxn modelId="{78A552DA-3C83-417D-8D2D-3FA7AE72A0D5}" type="presParOf" srcId="{B41E4F22-BC9F-4D28-B9A2-AA840C5C350E}" destId="{89448034-A6CA-414A-B44D-F9439108E36D}" srcOrd="2" destOrd="0" presId="urn:microsoft.com/office/officeart/2018/2/layout/IconVerticalSolidList"/>
    <dgm:cxn modelId="{B9448B85-BC62-4065-9470-4B058A4086A7}" type="presParOf" srcId="{B41E4F22-BC9F-4D28-B9A2-AA840C5C350E}" destId="{BC24CD38-8B93-48E9-A0FA-4FD4007B3A47}" srcOrd="3" destOrd="0" presId="urn:microsoft.com/office/officeart/2018/2/layout/IconVerticalSolidList"/>
    <dgm:cxn modelId="{28F31F82-D642-4A3F-A5D8-C3CB18F00283}" type="presParOf" srcId="{48CC547E-C2F4-4523-B1C7-508C0DE2EE34}" destId="{982A6E74-55CD-4A39-9326-8838223FB000}" srcOrd="1" destOrd="0" presId="urn:microsoft.com/office/officeart/2018/2/layout/IconVerticalSolidList"/>
    <dgm:cxn modelId="{3B7D4231-DC02-40D0-96B4-3449E4878A7A}" type="presParOf" srcId="{48CC547E-C2F4-4523-B1C7-508C0DE2EE34}" destId="{32054720-A5A2-460E-A0F7-DBA324C2FC68}" srcOrd="2" destOrd="0" presId="urn:microsoft.com/office/officeart/2018/2/layout/IconVerticalSolidList"/>
    <dgm:cxn modelId="{062118AD-C16F-4324-8838-1A71746D2590}" type="presParOf" srcId="{32054720-A5A2-460E-A0F7-DBA324C2FC68}" destId="{562B3824-46AF-4DAF-A1F5-4AA96DFBF453}" srcOrd="0" destOrd="0" presId="urn:microsoft.com/office/officeart/2018/2/layout/IconVerticalSolidList"/>
    <dgm:cxn modelId="{9E0CE5EA-610D-45D1-857F-5B51CF31D930}" type="presParOf" srcId="{32054720-A5A2-460E-A0F7-DBA324C2FC68}" destId="{8CB3846D-98FB-4A8D-A738-395BBCA9B452}" srcOrd="1" destOrd="0" presId="urn:microsoft.com/office/officeart/2018/2/layout/IconVerticalSolidList"/>
    <dgm:cxn modelId="{11B68861-0492-4471-B55F-8CB3DE67F92A}" type="presParOf" srcId="{32054720-A5A2-460E-A0F7-DBA324C2FC68}" destId="{6A935873-A039-4068-9B2B-CC8E71D90D63}" srcOrd="2" destOrd="0" presId="urn:microsoft.com/office/officeart/2018/2/layout/IconVerticalSolidList"/>
    <dgm:cxn modelId="{52B6AC6D-E047-43F2-9F4E-378006526CEF}" type="presParOf" srcId="{32054720-A5A2-460E-A0F7-DBA324C2FC68}" destId="{824D3454-5F8D-4981-8BB4-A549826A05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3CBB81-3BCC-4AB4-B6D6-0429BB56162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36FA978-AF5E-4A83-AC16-454B7DCA745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2500">
              <a:latin typeface="Trebuchet MS" panose="020B0603020202020204"/>
            </a:rPr>
            <a:t>Dev team blockers</a:t>
          </a:r>
          <a:endParaRPr lang="en-US" sz="1800">
            <a:latin typeface="Trebuchet MS" panose="020B0603020202020204"/>
          </a:endParaRPr>
        </a:p>
      </dgm:t>
    </dgm:pt>
    <dgm:pt modelId="{09A17C02-B48D-4FBE-82AD-8EDE7664826B}" type="parTrans" cxnId="{36E41E1B-AD04-44A2-878E-650F430CA82D}">
      <dgm:prSet/>
      <dgm:spPr/>
    </dgm:pt>
    <dgm:pt modelId="{F7F66592-7E64-49EE-9117-7E0BBDB0DBF2}" type="sibTrans" cxnId="{36E41E1B-AD04-44A2-878E-650F430CA82D}">
      <dgm:prSet/>
      <dgm:spPr/>
    </dgm:pt>
    <dgm:pt modelId="{407A9850-6E65-4934-9425-14E1C5843D3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2500">
              <a:latin typeface="Trebuchet MS" panose="020B0603020202020204"/>
            </a:rPr>
            <a:t>Priorities were shifted</a:t>
          </a:r>
          <a:endParaRPr lang="en-US" sz="1800">
            <a:latin typeface="Trebuchet MS" panose="020B0603020202020204"/>
          </a:endParaRPr>
        </a:p>
      </dgm:t>
    </dgm:pt>
    <dgm:pt modelId="{D6AE1E24-8609-4853-AC26-417A51E2F505}" type="parTrans" cxnId="{B2CC54BC-CFAB-4E36-8CE0-C8A718725412}">
      <dgm:prSet/>
      <dgm:spPr/>
    </dgm:pt>
    <dgm:pt modelId="{2C2F95BF-5FA4-46A2-91CC-BDBB77389BF6}" type="sibTrans" cxnId="{B2CC54BC-CFAB-4E36-8CE0-C8A718725412}">
      <dgm:prSet/>
      <dgm:spPr/>
    </dgm:pt>
    <dgm:pt modelId="{C2CFF1A7-FC90-47CD-9851-6D1C67E1CDA5}" type="pres">
      <dgm:prSet presAssocID="{463CBB81-3BCC-4AB4-B6D6-0429BB56162C}" presName="root" presStyleCnt="0">
        <dgm:presLayoutVars>
          <dgm:dir/>
          <dgm:resizeHandles val="exact"/>
        </dgm:presLayoutVars>
      </dgm:prSet>
      <dgm:spPr/>
    </dgm:pt>
    <dgm:pt modelId="{37C2DD20-9183-4348-9358-D8B60FF5182B}" type="pres">
      <dgm:prSet presAssocID="{836FA978-AF5E-4A83-AC16-454B7DCA7456}" presName="compNode" presStyleCnt="0"/>
      <dgm:spPr/>
    </dgm:pt>
    <dgm:pt modelId="{8DD0967D-77A2-48B8-B33A-B1B8F75176F1}" type="pres">
      <dgm:prSet presAssocID="{836FA978-AF5E-4A83-AC16-454B7DCA7456}" presName="bgRect" presStyleLbl="bgShp" presStyleIdx="0" presStyleCnt="2"/>
      <dgm:spPr/>
    </dgm:pt>
    <dgm:pt modelId="{0EFCED6F-8B37-460B-B2FC-3D691EEDBE16}" type="pres">
      <dgm:prSet presAssocID="{836FA978-AF5E-4A83-AC16-454B7DCA7456}" presName="iconRect" presStyleLbl="node1" presStyleIdx="0" presStyleCnt="2"/>
      <dgm:spPr/>
    </dgm:pt>
    <dgm:pt modelId="{43181D43-C694-4889-ACA4-A3410F3181E4}" type="pres">
      <dgm:prSet presAssocID="{836FA978-AF5E-4A83-AC16-454B7DCA7456}" presName="spaceRect" presStyleCnt="0"/>
      <dgm:spPr/>
    </dgm:pt>
    <dgm:pt modelId="{85352B54-D6F2-4CD9-A542-D6BA517A26B4}" type="pres">
      <dgm:prSet presAssocID="{836FA978-AF5E-4A83-AC16-454B7DCA7456}" presName="parTx" presStyleLbl="revTx" presStyleIdx="0" presStyleCnt="2">
        <dgm:presLayoutVars>
          <dgm:chMax val="0"/>
          <dgm:chPref val="0"/>
        </dgm:presLayoutVars>
      </dgm:prSet>
      <dgm:spPr/>
    </dgm:pt>
    <dgm:pt modelId="{1A39D521-E391-4D13-80BE-3745F3F5A607}" type="pres">
      <dgm:prSet presAssocID="{F7F66592-7E64-49EE-9117-7E0BBDB0DBF2}" presName="sibTrans" presStyleCnt="0"/>
      <dgm:spPr/>
    </dgm:pt>
    <dgm:pt modelId="{1F2966C7-D79A-4540-A159-BDE944EBB528}" type="pres">
      <dgm:prSet presAssocID="{407A9850-6E65-4934-9425-14E1C5843D3B}" presName="compNode" presStyleCnt="0"/>
      <dgm:spPr/>
    </dgm:pt>
    <dgm:pt modelId="{56B6CC8A-CFBA-4127-A87E-248652D5D1DC}" type="pres">
      <dgm:prSet presAssocID="{407A9850-6E65-4934-9425-14E1C5843D3B}" presName="bgRect" presStyleLbl="bgShp" presStyleIdx="1" presStyleCnt="2"/>
      <dgm:spPr/>
    </dgm:pt>
    <dgm:pt modelId="{301CCA11-32BE-4AFD-8ADF-CB8E73E06102}" type="pres">
      <dgm:prSet presAssocID="{407A9850-6E65-4934-9425-14E1C5843D3B}" presName="iconRect" presStyleLbl="node1" presStyleIdx="1" presStyleCnt="2"/>
      <dgm:spPr/>
    </dgm:pt>
    <dgm:pt modelId="{4B4E5393-6F43-4379-82C7-19C5C9E676F9}" type="pres">
      <dgm:prSet presAssocID="{407A9850-6E65-4934-9425-14E1C5843D3B}" presName="spaceRect" presStyleCnt="0"/>
      <dgm:spPr/>
    </dgm:pt>
    <dgm:pt modelId="{A723058A-E3BD-4832-AB86-5D73C8539584}" type="pres">
      <dgm:prSet presAssocID="{407A9850-6E65-4934-9425-14E1C5843D3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260D105-FA33-4B1A-808D-3C7889C6F0BA}" type="presOf" srcId="{407A9850-6E65-4934-9425-14E1C5843D3B}" destId="{A723058A-E3BD-4832-AB86-5D73C8539584}" srcOrd="0" destOrd="0" presId="urn:microsoft.com/office/officeart/2018/2/layout/IconVerticalSolidList"/>
    <dgm:cxn modelId="{950A6A06-1D4B-4D11-9CCB-E6038A0F7564}" type="presOf" srcId="{836FA978-AF5E-4A83-AC16-454B7DCA7456}" destId="{85352B54-D6F2-4CD9-A542-D6BA517A26B4}" srcOrd="0" destOrd="0" presId="urn:microsoft.com/office/officeart/2018/2/layout/IconVerticalSolidList"/>
    <dgm:cxn modelId="{36E41E1B-AD04-44A2-878E-650F430CA82D}" srcId="{463CBB81-3BCC-4AB4-B6D6-0429BB56162C}" destId="{836FA978-AF5E-4A83-AC16-454B7DCA7456}" srcOrd="0" destOrd="0" parTransId="{09A17C02-B48D-4FBE-82AD-8EDE7664826B}" sibTransId="{F7F66592-7E64-49EE-9117-7E0BBDB0DBF2}"/>
    <dgm:cxn modelId="{663F6E44-D906-4D1F-BB8B-A7D6F6DED58B}" type="presOf" srcId="{463CBB81-3BCC-4AB4-B6D6-0429BB56162C}" destId="{C2CFF1A7-FC90-47CD-9851-6D1C67E1CDA5}" srcOrd="0" destOrd="0" presId="urn:microsoft.com/office/officeart/2018/2/layout/IconVerticalSolidList"/>
    <dgm:cxn modelId="{B2CC54BC-CFAB-4E36-8CE0-C8A718725412}" srcId="{463CBB81-3BCC-4AB4-B6D6-0429BB56162C}" destId="{407A9850-6E65-4934-9425-14E1C5843D3B}" srcOrd="1" destOrd="0" parTransId="{D6AE1E24-8609-4853-AC26-417A51E2F505}" sibTransId="{2C2F95BF-5FA4-46A2-91CC-BDBB77389BF6}"/>
    <dgm:cxn modelId="{70F42718-B8C7-4B94-A2E1-00B48D1EE71C}" type="presParOf" srcId="{C2CFF1A7-FC90-47CD-9851-6D1C67E1CDA5}" destId="{37C2DD20-9183-4348-9358-D8B60FF5182B}" srcOrd="0" destOrd="0" presId="urn:microsoft.com/office/officeart/2018/2/layout/IconVerticalSolidList"/>
    <dgm:cxn modelId="{6D4C064F-99D1-4295-B459-962B8812C090}" type="presParOf" srcId="{37C2DD20-9183-4348-9358-D8B60FF5182B}" destId="{8DD0967D-77A2-48B8-B33A-B1B8F75176F1}" srcOrd="0" destOrd="0" presId="urn:microsoft.com/office/officeart/2018/2/layout/IconVerticalSolidList"/>
    <dgm:cxn modelId="{BD786401-4CEB-4BFF-8238-2F0C92B52C08}" type="presParOf" srcId="{37C2DD20-9183-4348-9358-D8B60FF5182B}" destId="{0EFCED6F-8B37-460B-B2FC-3D691EEDBE16}" srcOrd="1" destOrd="0" presId="urn:microsoft.com/office/officeart/2018/2/layout/IconVerticalSolidList"/>
    <dgm:cxn modelId="{5AEE8DFC-48ED-437C-ABE8-3A9E5DE78BC7}" type="presParOf" srcId="{37C2DD20-9183-4348-9358-D8B60FF5182B}" destId="{43181D43-C694-4889-ACA4-A3410F3181E4}" srcOrd="2" destOrd="0" presId="urn:microsoft.com/office/officeart/2018/2/layout/IconVerticalSolidList"/>
    <dgm:cxn modelId="{65FAB8C3-8B42-43F2-9902-84FA226AED5D}" type="presParOf" srcId="{37C2DD20-9183-4348-9358-D8B60FF5182B}" destId="{85352B54-D6F2-4CD9-A542-D6BA517A26B4}" srcOrd="3" destOrd="0" presId="urn:microsoft.com/office/officeart/2018/2/layout/IconVerticalSolidList"/>
    <dgm:cxn modelId="{597B1C2B-0F99-4710-B735-EFD531188B5E}" type="presParOf" srcId="{C2CFF1A7-FC90-47CD-9851-6D1C67E1CDA5}" destId="{1A39D521-E391-4D13-80BE-3745F3F5A607}" srcOrd="1" destOrd="0" presId="urn:microsoft.com/office/officeart/2018/2/layout/IconVerticalSolidList"/>
    <dgm:cxn modelId="{4E750606-3FE4-4499-BD97-D7556C276F7F}" type="presParOf" srcId="{C2CFF1A7-FC90-47CD-9851-6D1C67E1CDA5}" destId="{1F2966C7-D79A-4540-A159-BDE944EBB528}" srcOrd="2" destOrd="0" presId="urn:microsoft.com/office/officeart/2018/2/layout/IconVerticalSolidList"/>
    <dgm:cxn modelId="{600F0CB7-CE1F-457C-B115-9418E105AF38}" type="presParOf" srcId="{1F2966C7-D79A-4540-A159-BDE944EBB528}" destId="{56B6CC8A-CFBA-4127-A87E-248652D5D1DC}" srcOrd="0" destOrd="0" presId="urn:microsoft.com/office/officeart/2018/2/layout/IconVerticalSolidList"/>
    <dgm:cxn modelId="{0152E3F5-B5ED-44DF-94D6-19F61B88300F}" type="presParOf" srcId="{1F2966C7-D79A-4540-A159-BDE944EBB528}" destId="{301CCA11-32BE-4AFD-8ADF-CB8E73E06102}" srcOrd="1" destOrd="0" presId="urn:microsoft.com/office/officeart/2018/2/layout/IconVerticalSolidList"/>
    <dgm:cxn modelId="{230F8C89-CF76-40BF-9193-DC3AFB9D7E89}" type="presParOf" srcId="{1F2966C7-D79A-4540-A159-BDE944EBB528}" destId="{4B4E5393-6F43-4379-82C7-19C5C9E676F9}" srcOrd="2" destOrd="0" presId="urn:microsoft.com/office/officeart/2018/2/layout/IconVerticalSolidList"/>
    <dgm:cxn modelId="{1CFF7388-B5BE-4040-9CD1-09988FD48C52}" type="presParOf" srcId="{1F2966C7-D79A-4540-A159-BDE944EBB528}" destId="{A723058A-E3BD-4832-AB86-5D73C85395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15F8D1-5534-4713-888A-159D6BBB3B7C}">
      <dsp:nvSpPr>
        <dsp:cNvPr id="0" name=""/>
        <dsp:cNvSpPr/>
      </dsp:nvSpPr>
      <dsp:spPr>
        <a:xfrm>
          <a:off x="0" y="0"/>
          <a:ext cx="669281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6878A0-0354-4908-99D5-B098B98BB747}">
      <dsp:nvSpPr>
        <dsp:cNvPr id="0" name=""/>
        <dsp:cNvSpPr/>
      </dsp:nvSpPr>
      <dsp:spPr>
        <a:xfrm>
          <a:off x="0" y="0"/>
          <a:ext cx="6692813" cy="2411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Sprint 4: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1" kern="1200"/>
            <a:t>“Enable students to manage their profile, goals, and GWA with accurate computation and clear color-coded feedback”</a:t>
          </a:r>
        </a:p>
      </dsp:txBody>
      <dsp:txXfrm>
        <a:off x="0" y="0"/>
        <a:ext cx="6692813" cy="2411595"/>
      </dsp:txXfrm>
    </dsp:sp>
    <dsp:sp modelId="{8C0709A1-986E-494C-96F3-DED930843700}">
      <dsp:nvSpPr>
        <dsp:cNvPr id="0" name=""/>
        <dsp:cNvSpPr/>
      </dsp:nvSpPr>
      <dsp:spPr>
        <a:xfrm>
          <a:off x="0" y="2067460"/>
          <a:ext cx="6692813" cy="0"/>
        </a:xfrm>
        <a:prstGeom prst="line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2712450"/>
              <a:satOff val="-1656"/>
              <a:lumOff val="6471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E59459-5358-4E79-8E2C-4B3F0746317A}">
      <dsp:nvSpPr>
        <dsp:cNvPr id="0" name=""/>
        <dsp:cNvSpPr/>
      </dsp:nvSpPr>
      <dsp:spPr>
        <a:xfrm>
          <a:off x="0" y="2411595"/>
          <a:ext cx="6692813" cy="2411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Sprint 5: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1" kern="1200"/>
            <a:t>“Deliver a </a:t>
          </a:r>
          <a:r>
            <a:rPr lang="en-PH" sz="2600" b="1" kern="1200"/>
            <a:t>release-ready </a:t>
          </a:r>
          <a:r>
            <a:rPr lang="en-PH" sz="2600" b="1" kern="1200" err="1"/>
            <a:t>GradeNest</a:t>
          </a:r>
          <a:r>
            <a:rPr lang="en-PH" sz="2600" b="1" kern="1200"/>
            <a:t> by completing full-system regression testing, polishing UI, cleaning the codebase, and finalizing all the user and technical documentation for project handover.</a:t>
          </a:r>
          <a:r>
            <a:rPr lang="en-US" sz="2600" b="0" i="1" kern="1200"/>
            <a:t>”</a:t>
          </a:r>
        </a:p>
      </dsp:txBody>
      <dsp:txXfrm>
        <a:off x="0" y="2411595"/>
        <a:ext cx="6692813" cy="24115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8C215-E7C3-4379-B808-E3A2B0D778DC}">
      <dsp:nvSpPr>
        <dsp:cNvPr id="0" name=""/>
        <dsp:cNvSpPr/>
      </dsp:nvSpPr>
      <dsp:spPr>
        <a:xfrm>
          <a:off x="0" y="6392"/>
          <a:ext cx="6692813" cy="114212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 simple table or list showing:</a:t>
          </a:r>
        </a:p>
      </dsp:txBody>
      <dsp:txXfrm>
        <a:off x="55754" y="62146"/>
        <a:ext cx="6581305" cy="1030613"/>
      </dsp:txXfrm>
    </dsp:sp>
    <dsp:sp modelId="{698FA1CE-B3B1-4D5E-BCFA-409A0F82391D}">
      <dsp:nvSpPr>
        <dsp:cNvPr id="0" name=""/>
        <dsp:cNvSpPr/>
      </dsp:nvSpPr>
      <dsp:spPr>
        <a:xfrm>
          <a:off x="0" y="1229153"/>
          <a:ext cx="6692813" cy="1142121"/>
        </a:xfrm>
        <a:prstGeom prst="roundRect">
          <a:avLst/>
        </a:prstGeom>
        <a:gradFill rotWithShape="0">
          <a:gsLst>
            <a:gs pos="0">
              <a:schemeClr val="accent2">
                <a:hueOff val="-904150"/>
                <a:satOff val="-552"/>
                <a:lumOff val="2157"/>
                <a:alphaOff val="0"/>
                <a:tint val="96000"/>
                <a:lumMod val="100000"/>
              </a:schemeClr>
            </a:gs>
            <a:gs pos="78000">
              <a:schemeClr val="accent2">
                <a:hueOff val="-904150"/>
                <a:satOff val="-552"/>
                <a:lumOff val="215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User stories planned for this sprint</a:t>
          </a:r>
        </a:p>
      </dsp:txBody>
      <dsp:txXfrm>
        <a:off x="55754" y="1284907"/>
        <a:ext cx="6581305" cy="1030613"/>
      </dsp:txXfrm>
    </dsp:sp>
    <dsp:sp modelId="{0C3B8D81-35F2-48D2-B266-926D289C089C}">
      <dsp:nvSpPr>
        <dsp:cNvPr id="0" name=""/>
        <dsp:cNvSpPr/>
      </dsp:nvSpPr>
      <dsp:spPr>
        <a:xfrm>
          <a:off x="0" y="2480201"/>
          <a:ext cx="6692813" cy="1142121"/>
        </a:xfrm>
        <a:prstGeom prst="roundRect">
          <a:avLst/>
        </a:prstGeom>
        <a:gradFill rotWithShape="0">
          <a:gsLst>
            <a:gs pos="0">
              <a:schemeClr val="accent2">
                <a:hueOff val="-1808300"/>
                <a:satOff val="-1104"/>
                <a:lumOff val="4314"/>
                <a:alphaOff val="0"/>
                <a:tint val="96000"/>
                <a:lumMod val="100000"/>
              </a:schemeClr>
            </a:gs>
            <a:gs pos="78000">
              <a:schemeClr val="accent2">
                <a:hueOff val="-1808300"/>
                <a:satOff val="-1104"/>
                <a:lumOff val="431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Which were </a:t>
          </a:r>
          <a:r>
            <a:rPr lang="en-US" sz="2800" b="1" kern="1200"/>
            <a:t>completed</a:t>
          </a:r>
          <a:r>
            <a:rPr lang="en-US" sz="2800" kern="1200"/>
            <a:t> ✅</a:t>
          </a:r>
        </a:p>
      </dsp:txBody>
      <dsp:txXfrm>
        <a:off x="55754" y="2535955"/>
        <a:ext cx="6581305" cy="1030613"/>
      </dsp:txXfrm>
    </dsp:sp>
    <dsp:sp modelId="{F87D5803-2E3E-4FC2-BB7A-81B121B6A60D}">
      <dsp:nvSpPr>
        <dsp:cNvPr id="0" name=""/>
        <dsp:cNvSpPr/>
      </dsp:nvSpPr>
      <dsp:spPr>
        <a:xfrm>
          <a:off x="0" y="3674676"/>
          <a:ext cx="6692813" cy="1142121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Which were </a:t>
          </a:r>
          <a:r>
            <a:rPr lang="en-US" sz="2800" b="1" kern="1200"/>
            <a:t>not completed</a:t>
          </a:r>
          <a:r>
            <a:rPr lang="en-US" sz="2800" kern="1200"/>
            <a:t> ❌ (and why, briefly)</a:t>
          </a:r>
        </a:p>
      </dsp:txBody>
      <dsp:txXfrm>
        <a:off x="55754" y="3730430"/>
        <a:ext cx="6581305" cy="10306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FD6F8-2A77-4E36-8A72-CA418AFF20D8}">
      <dsp:nvSpPr>
        <dsp:cNvPr id="0" name=""/>
        <dsp:cNvSpPr/>
      </dsp:nvSpPr>
      <dsp:spPr>
        <a:xfrm>
          <a:off x="0" y="783768"/>
          <a:ext cx="6692813" cy="14469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FBDDDD-F04F-4846-8EA0-11FE5EEDCFA1}">
      <dsp:nvSpPr>
        <dsp:cNvPr id="0" name=""/>
        <dsp:cNvSpPr/>
      </dsp:nvSpPr>
      <dsp:spPr>
        <a:xfrm>
          <a:off x="437704" y="1109333"/>
          <a:ext cx="795826" cy="7958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24CD38-8B93-48E9-A0FA-4FD4007B3A47}">
      <dsp:nvSpPr>
        <dsp:cNvPr id="0" name=""/>
        <dsp:cNvSpPr/>
      </dsp:nvSpPr>
      <dsp:spPr>
        <a:xfrm>
          <a:off x="1671235" y="783768"/>
          <a:ext cx="5021578" cy="144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36" tIns="153136" rIns="153136" bIns="15313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u="none" kern="1200">
              <a:solidFill>
                <a:srgbClr val="000000"/>
              </a:solidFill>
            </a:rPr>
            <a:t>Sprint 4 completed 28 out of </a:t>
          </a:r>
          <a:r>
            <a:rPr lang="en-US" sz="2100" b="0" i="0" u="none" kern="1200">
              <a:solidFill>
                <a:srgbClr val="000000"/>
              </a:solidFill>
              <a:latin typeface="Trebuchet MS" panose="020B0603020202020204"/>
            </a:rPr>
            <a:t>28</a:t>
          </a:r>
          <a:r>
            <a:rPr lang="en-US" sz="2100" b="0" i="0" u="none" kern="1200">
              <a:solidFill>
                <a:srgbClr val="000000"/>
              </a:solidFill>
            </a:rPr>
            <a:t>, while  </a:t>
          </a:r>
          <a:br>
            <a:rPr lang="en-US" sz="2100" b="0" i="0" u="none" kern="1200">
              <a:solidFill>
                <a:srgbClr val="FF0000"/>
              </a:solidFill>
            </a:rPr>
          </a:br>
          <a:r>
            <a:rPr lang="en-US" sz="2100" b="0" i="0" u="none" kern="1200">
              <a:solidFill>
                <a:srgbClr val="000000"/>
              </a:solidFill>
            </a:rPr>
            <a:t>Sprint 5 completed 20 out of 20 Story points Committed</a:t>
          </a:r>
          <a:r>
            <a:rPr lang="en-US" sz="2100" b="0" i="0" u="none" kern="1200"/>
            <a:t> </a:t>
          </a:r>
          <a:endParaRPr lang="en-US" sz="2100" b="0" kern="1200"/>
        </a:p>
      </dsp:txBody>
      <dsp:txXfrm>
        <a:off x="1671235" y="783768"/>
        <a:ext cx="5021578" cy="1446957"/>
      </dsp:txXfrm>
    </dsp:sp>
    <dsp:sp modelId="{562B3824-46AF-4DAF-A1F5-4AA96DFBF453}">
      <dsp:nvSpPr>
        <dsp:cNvPr id="0" name=""/>
        <dsp:cNvSpPr/>
      </dsp:nvSpPr>
      <dsp:spPr>
        <a:xfrm>
          <a:off x="0" y="2592464"/>
          <a:ext cx="6692813" cy="14469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3846D-98FB-4A8D-A738-395BBCA9B452}">
      <dsp:nvSpPr>
        <dsp:cNvPr id="0" name=""/>
        <dsp:cNvSpPr/>
      </dsp:nvSpPr>
      <dsp:spPr>
        <a:xfrm>
          <a:off x="437704" y="2918029"/>
          <a:ext cx="795826" cy="7958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D3454-5F8D-4981-8BB4-A549826A05C6}">
      <dsp:nvSpPr>
        <dsp:cNvPr id="0" name=""/>
        <dsp:cNvSpPr/>
      </dsp:nvSpPr>
      <dsp:spPr>
        <a:xfrm>
          <a:off x="1671235" y="2592464"/>
          <a:ext cx="5021578" cy="144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36" tIns="153136" rIns="153136" bIns="153136" numCol="1" spcCol="1270" anchor="ctr" anchorCtr="0">
          <a:noAutofit/>
        </a:bodyPr>
        <a:lstStyle/>
        <a:p>
          <a:pPr marL="0" lvl="0" indent="0" algn="l" defTabSz="9334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latin typeface="Trebuchet MS" panose="020B0603020202020204"/>
            </a:rPr>
            <a:t>Bugs found and resolved?</a:t>
          </a:r>
          <a:endParaRPr lang="en-US" sz="2100" b="0" kern="1200"/>
        </a:p>
      </dsp:txBody>
      <dsp:txXfrm>
        <a:off x="1671235" y="2592464"/>
        <a:ext cx="5021578" cy="14469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D0967D-77A2-48B8-B33A-B1B8F75176F1}">
      <dsp:nvSpPr>
        <dsp:cNvPr id="0" name=""/>
        <dsp:cNvSpPr/>
      </dsp:nvSpPr>
      <dsp:spPr>
        <a:xfrm>
          <a:off x="0" y="783768"/>
          <a:ext cx="6692813" cy="14469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FCED6F-8B37-460B-B2FC-3D691EEDBE16}">
      <dsp:nvSpPr>
        <dsp:cNvPr id="0" name=""/>
        <dsp:cNvSpPr/>
      </dsp:nvSpPr>
      <dsp:spPr>
        <a:xfrm>
          <a:off x="437704" y="1109333"/>
          <a:ext cx="795826" cy="7958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52B54-D6F2-4CD9-A542-D6BA517A26B4}">
      <dsp:nvSpPr>
        <dsp:cNvPr id="0" name=""/>
        <dsp:cNvSpPr/>
      </dsp:nvSpPr>
      <dsp:spPr>
        <a:xfrm>
          <a:off x="1671235" y="783768"/>
          <a:ext cx="5021578" cy="144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36" tIns="153136" rIns="153136" bIns="15313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rebuchet MS" panose="020B0603020202020204"/>
            </a:rPr>
            <a:t>Dev team blockers</a:t>
          </a:r>
        </a:p>
      </dsp:txBody>
      <dsp:txXfrm>
        <a:off x="1671235" y="783768"/>
        <a:ext cx="5021578" cy="1446957"/>
      </dsp:txXfrm>
    </dsp:sp>
    <dsp:sp modelId="{56B6CC8A-CFBA-4127-A87E-248652D5D1DC}">
      <dsp:nvSpPr>
        <dsp:cNvPr id="0" name=""/>
        <dsp:cNvSpPr/>
      </dsp:nvSpPr>
      <dsp:spPr>
        <a:xfrm>
          <a:off x="0" y="2592464"/>
          <a:ext cx="6692813" cy="14469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CCA11-32BE-4AFD-8ADF-CB8E73E06102}">
      <dsp:nvSpPr>
        <dsp:cNvPr id="0" name=""/>
        <dsp:cNvSpPr/>
      </dsp:nvSpPr>
      <dsp:spPr>
        <a:xfrm>
          <a:off x="437704" y="2918029"/>
          <a:ext cx="795826" cy="79582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3058A-E3BD-4832-AB86-5D73C8539584}">
      <dsp:nvSpPr>
        <dsp:cNvPr id="0" name=""/>
        <dsp:cNvSpPr/>
      </dsp:nvSpPr>
      <dsp:spPr>
        <a:xfrm>
          <a:off x="1671235" y="2592464"/>
          <a:ext cx="5021578" cy="144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36" tIns="153136" rIns="153136" bIns="15313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Trebuchet MS" panose="020B0603020202020204"/>
            </a:rPr>
            <a:t>Priorities were shifted</a:t>
          </a:r>
        </a:p>
      </dsp:txBody>
      <dsp:txXfrm>
        <a:off x="1671235" y="2592464"/>
        <a:ext cx="5021578" cy="1446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21782-E2EB-4561-BA95-060A18F9526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14331-6618-484F-9588-513DCAD59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02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1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0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92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8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98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06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42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26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4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34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6980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23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004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67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55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864D5-BC94-4B2F-9504-86ABF136518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8A68772-B614-4A89-B8CC-78B7E59F3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1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E0FFEC-868D-DF91-7BC5-6DA575E2E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136" y="1020871"/>
            <a:ext cx="6960759" cy="2849671"/>
          </a:xfrm>
        </p:spPr>
        <p:txBody>
          <a:bodyPr>
            <a:normAutofit/>
          </a:bodyPr>
          <a:lstStyle/>
          <a:p>
            <a:pPr algn="l"/>
            <a:r>
              <a:rPr lang="en-US" sz="6000">
                <a:solidFill>
                  <a:srgbClr val="FFFFFF"/>
                </a:solidFill>
              </a:rPr>
              <a:t>Sprint # 4 - 5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FAB91-9CDA-3949-0AB9-8A06A8DCD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6386" y="3962088"/>
            <a:ext cx="6203795" cy="1186108"/>
          </a:xfrm>
        </p:spPr>
        <p:txBody>
          <a:bodyPr>
            <a:normAutofit fontScale="92500"/>
          </a:bodyPr>
          <a:lstStyle/>
          <a:p>
            <a:pPr algn="l"/>
            <a:r>
              <a:rPr lang="en-US" err="1"/>
              <a:t>GradeNest</a:t>
            </a:r>
            <a:r>
              <a:rPr lang="en-US"/>
              <a:t>: A web platform that helps students compute and track their academic performance across multiple chances.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>
                <a:solidFill>
                  <a:srgbClr val="FFFFFF">
                    <a:alpha val="70000"/>
                  </a:srgbClr>
                </a:solidFill>
              </a:rPr>
              <a:t>December 3, 2025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59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85A8AB-4C13-2174-1386-CFFEC9B0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>
                <a:solidFill>
                  <a:schemeClr val="accent1">
                    <a:lumMod val="75000"/>
                  </a:schemeClr>
                </a:solidFill>
              </a:rPr>
              <a:t>Sprint Goal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Rectangle 1">
            <a:extLst>
              <a:ext uri="{FF2B5EF4-FFF2-40B4-BE49-F238E27FC236}">
                <a16:creationId xmlns:a16="http://schemas.microsoft.com/office/drawing/2014/main" id="{C88CA724-327D-4698-F455-0B31DD942D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8703158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662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31959C-CB81-0008-F4C1-F78DC1EEE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>
                <a:solidFill>
                  <a:schemeClr val="accent1">
                    <a:lumMod val="75000"/>
                  </a:schemeClr>
                </a:solidFill>
              </a:rPr>
              <a:t>Planned vs. Completed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AE8975A1-8D84-DECB-D76E-0DEC543573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1379999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440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F2886-B471-AF34-9299-E70662B7F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9B3A7-E3F0-F57D-4C63-7C8C81F91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314244"/>
            <a:ext cx="9130616" cy="265859"/>
          </a:xfrm>
        </p:spPr>
        <p:txBody>
          <a:bodyPr anchor="ctr">
            <a:noAutofit/>
          </a:bodyPr>
          <a:lstStyle/>
          <a:p>
            <a:r>
              <a:rPr lang="en-US" sz="2400">
                <a:solidFill>
                  <a:schemeClr val="accent1">
                    <a:lumMod val="75000"/>
                  </a:schemeClr>
                </a:solidFill>
              </a:rPr>
              <a:t>Sprint 4 User Stories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15B2F28-2C47-FF52-637D-8F8AE60CEA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4993590"/>
              </p:ext>
            </p:extLst>
          </p:nvPr>
        </p:nvGraphicFramePr>
        <p:xfrm>
          <a:off x="528263" y="722076"/>
          <a:ext cx="11135473" cy="5191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3422">
                  <a:extLst>
                    <a:ext uri="{9D8B030D-6E8A-4147-A177-3AD203B41FA5}">
                      <a16:colId xmlns:a16="http://schemas.microsoft.com/office/drawing/2014/main" val="3479245185"/>
                    </a:ext>
                  </a:extLst>
                </a:gridCol>
                <a:gridCol w="1052051">
                  <a:extLst>
                    <a:ext uri="{9D8B030D-6E8A-4147-A177-3AD203B41FA5}">
                      <a16:colId xmlns:a16="http://schemas.microsoft.com/office/drawing/2014/main" val="2221486859"/>
                    </a:ext>
                  </a:extLst>
                </a:gridCol>
              </a:tblGrid>
              <a:tr h="272928">
                <a:tc>
                  <a:txBody>
                    <a:bodyPr/>
                    <a:lstStyle/>
                    <a:p>
                      <a:pPr rtl="0"/>
                      <a:r>
                        <a:rPr lang="en-PH" dirty="0"/>
                        <a:t>US-09.1 – Personal Information Management</a:t>
                      </a:r>
                      <a:endParaRPr lang="en-US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0" dirty="0">
                          <a:effectLst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878476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 dirty="0"/>
                        <a:t>4.1.1 Given I click </a:t>
                      </a:r>
                      <a:r>
                        <a:rPr lang="en-US" sz="2000" b="1" dirty="0"/>
                        <a:t>Settings</a:t>
                      </a:r>
                      <a:r>
                        <a:rPr lang="en-US" sz="2000" dirty="0"/>
                        <a:t> in the sidebar. When I open </a:t>
                      </a:r>
                      <a:r>
                        <a:rPr lang="en-US" sz="2000" b="1" dirty="0"/>
                        <a:t>Profile. </a:t>
                      </a:r>
                      <a:r>
                        <a:rPr lang="en-US" sz="2000" dirty="0"/>
                        <a:t>Then my Name, Email, and other editable fields are pre-filled.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✅</a:t>
                      </a:r>
                      <a:endParaRPr lang="en-PH" sz="2000" dirty="0"/>
                    </a:p>
                    <a:p>
                      <a:pPr algn="l"/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7234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dirty="0"/>
                        <a:t>4.1. 2 Given I view my profile. When I check Academic Details. Then I see </a:t>
                      </a:r>
                      <a:r>
                        <a:rPr lang="en-US" b="1" dirty="0"/>
                        <a:t>School Level (Grade 7–10 / Grade 11–12)</a:t>
                      </a:r>
                      <a:r>
                        <a:rPr lang="en-US" dirty="0"/>
                        <a:t> and </a:t>
                      </a:r>
                      <a:r>
                        <a:rPr lang="en-US" b="1" dirty="0"/>
                        <a:t>Strand (SHS only)</a:t>
                      </a:r>
                      <a:r>
                        <a:rPr lang="en-US" dirty="0"/>
                        <a:t> based on the active school year.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✅</a:t>
                      </a:r>
                      <a:endParaRPr lang="en-PH" sz="2000" dirty="0"/>
                    </a:p>
                    <a:p>
                      <a:pPr algn="l"/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51550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 dirty="0"/>
                        <a:t>4.1.3 Given I edit a field (Name/Email). When I click </a:t>
                      </a:r>
                      <a:r>
                        <a:rPr lang="en-US" sz="2000" b="1" dirty="0"/>
                        <a:t>Save Changes. </a:t>
                      </a:r>
                      <a:r>
                        <a:rPr lang="en-US" sz="2000" b="0" dirty="0"/>
                        <a:t>Then</a:t>
                      </a:r>
                      <a:r>
                        <a:rPr lang="en-US" sz="2000" dirty="0"/>
                        <a:t> it validates, saves, and updates the dashboard greeting name right away.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✅</a:t>
                      </a:r>
                      <a:endParaRPr lang="en-PH" sz="2000" dirty="0"/>
                    </a:p>
                    <a:p>
                      <a:pPr rtl="0"/>
                      <a:endParaRPr lang="en-US" sz="2000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950709"/>
                  </a:ext>
                </a:extLst>
              </a:tr>
              <a:tr h="101599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latin typeface="Trebuchet MS"/>
                        </a:rPr>
                        <a:t>4.1.4 Given the active school year is marked as Done. When a new school year starts. Then the system disables further editing or adding of information for the completed year.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latin typeface="Trebuchet MS"/>
                        </a:rPr>
                        <a:t>✅</a:t>
                      </a:r>
                    </a:p>
                    <a:p>
                      <a:pPr marL="0" marR="0" lvl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  <a:p>
                      <a:pPr rtl="0"/>
                      <a:endParaRPr lang="en-US" sz="2000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840326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PH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4.1. 5 </a:t>
                      </a:r>
                      <a:r>
                        <a:rPr lang="en-US" sz="2000" dirty="0"/>
                        <a:t>Given I change my email. When the format is invalid and I save. Then I see an error (e.g., “Invalid email format”) and it won’t save.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000" dirty="0"/>
                        <a:t>✅</a:t>
                      </a:r>
                      <a:endParaRPr lang="en-PH" sz="2000" dirty="0"/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endParaRPr lang="en-US" sz="2000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78360"/>
                  </a:ext>
                </a:extLst>
              </a:tr>
              <a:tr h="211358">
                <a:tc>
                  <a:txBody>
                    <a:bodyPr/>
                    <a:lstStyle/>
                    <a:p>
                      <a:r>
                        <a:rPr lang="en-US" sz="2000" dirty="0"/>
                        <a:t>4.1.6 Given I clear a required field (e.g., Name)</a:t>
                      </a:r>
                    </a:p>
                    <a:p>
                      <a:r>
                        <a:rPr lang="en-US" sz="2000" dirty="0"/>
                        <a:t>When I click </a:t>
                      </a:r>
                      <a:r>
                        <a:rPr lang="en-US" sz="2000" b="1" dirty="0"/>
                        <a:t>Save Changes</a:t>
                      </a:r>
                      <a:endParaRPr lang="en-US" sz="2000" dirty="0"/>
                    </a:p>
                    <a:p>
                      <a:r>
                        <a:rPr lang="en-US" sz="2000" dirty="0"/>
                        <a:t>Then I see “This field is required” and it won’t save.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✅</a:t>
                      </a:r>
                      <a:endParaRPr lang="en-PH" sz="2000" dirty="0"/>
                    </a:p>
                    <a:p>
                      <a:pPr rtl="0"/>
                      <a:endParaRPr lang="en-US" sz="2000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748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977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D11E3-0D51-2D5E-C0DC-487F59853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D7749-276B-19A8-B2C6-19914D63B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461728"/>
            <a:ext cx="11040166" cy="298763"/>
          </a:xfrm>
        </p:spPr>
        <p:txBody>
          <a:bodyPr anchor="ctr">
            <a:normAutofit fontScale="90000"/>
          </a:bodyPr>
          <a:lstStyle/>
          <a:p>
            <a:r>
              <a:rPr lang="en-US" sz="4400">
                <a:solidFill>
                  <a:schemeClr val="accent1">
                    <a:lumMod val="75000"/>
                  </a:schemeClr>
                </a:solidFill>
              </a:rPr>
              <a:t>Sprint 4 User Stories</a:t>
            </a:r>
            <a:endParaRPr lang="en-US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0376C0-E2B3-92F9-A4F3-D4E81FA7A4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876717"/>
              </p:ext>
            </p:extLst>
          </p:nvPr>
        </p:nvGraphicFramePr>
        <p:xfrm>
          <a:off x="535417" y="1153712"/>
          <a:ext cx="11157230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3589">
                  <a:extLst>
                    <a:ext uri="{9D8B030D-6E8A-4147-A177-3AD203B41FA5}">
                      <a16:colId xmlns:a16="http://schemas.microsoft.com/office/drawing/2014/main" val="3479245185"/>
                    </a:ext>
                  </a:extLst>
                </a:gridCol>
                <a:gridCol w="1083641">
                  <a:extLst>
                    <a:ext uri="{9D8B030D-6E8A-4147-A177-3AD203B41FA5}">
                      <a16:colId xmlns:a16="http://schemas.microsoft.com/office/drawing/2014/main" val="3899110104"/>
                    </a:ext>
                  </a:extLst>
                </a:gridCol>
              </a:tblGrid>
              <a:tr h="262831">
                <a:tc>
                  <a:txBody>
                    <a:bodyPr/>
                    <a:lstStyle/>
                    <a:p>
                      <a:pPr rtl="0"/>
                      <a:r>
                        <a:rPr lang="en-US" sz="1800" b="1" i="0" u="none" strike="noStrike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US-09.2 Account Security and Credential Management</a:t>
                      </a:r>
                      <a:endParaRPr lang="en-PH" b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PH" b="0">
                          <a:effectLst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878476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4.2.1 Given I open </a:t>
                      </a:r>
                      <a:r>
                        <a:rPr lang="en-US" sz="2000" b="1"/>
                        <a:t>Settings &gt; Security. </a:t>
                      </a:r>
                      <a:r>
                        <a:rPr lang="en-US" sz="2000"/>
                        <a:t>When the page loads. Then I see </a:t>
                      </a:r>
                      <a:r>
                        <a:rPr lang="en-US" sz="2000" b="1"/>
                        <a:t>Current Password</a:t>
                      </a:r>
                      <a:r>
                        <a:rPr lang="en-US" sz="2000"/>
                        <a:t>, </a:t>
                      </a:r>
                      <a:r>
                        <a:rPr lang="en-US" sz="2000" b="1"/>
                        <a:t>New Password</a:t>
                      </a:r>
                      <a:r>
                        <a:rPr lang="en-US" sz="2000"/>
                        <a:t>, </a:t>
                      </a:r>
                      <a:r>
                        <a:rPr lang="en-US" sz="2000" b="1"/>
                        <a:t>Confirm New Password</a:t>
                      </a:r>
                      <a:r>
                        <a:rPr lang="en-US" sz="200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7234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4.2.2 Given all fields are correct. When I click </a:t>
                      </a:r>
                      <a:r>
                        <a:rPr lang="en-US" sz="2000" b="1"/>
                        <a:t>Change Password. </a:t>
                      </a:r>
                      <a:r>
                        <a:rPr lang="en-US" sz="2000"/>
                        <a:t>Then the password updates and I see a success message (next login uses the new password).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51550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4.2.3 Given my new passwords match. When my current password is wrong. Then I see an error (“Incorrect current password”) and nothing changes.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95070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4.2.4 Given my new password is weak. When I click </a:t>
                      </a:r>
                      <a:r>
                        <a:rPr lang="en-US" sz="2000" b="1"/>
                        <a:t>Change Password. </a:t>
                      </a:r>
                      <a:r>
                        <a:rPr lang="en-US" sz="2000"/>
                        <a:t>Then I see the requirements and the password is not changed.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84761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 b="1"/>
                        <a:t>US-10 Grade Computation and Data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1044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4.3.1 Given grading weights are set. When the system checks the components. Then the total must be </a:t>
                      </a:r>
                      <a:r>
                        <a:rPr lang="en-US" sz="2000" b="1"/>
                        <a:t>100%</a:t>
                      </a:r>
                      <a:r>
                        <a:rPr lang="en-US" sz="200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529584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4.3.2 Given I add/update a component score. When it saves. Then the subject total updates immediately.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446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030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065FC-EF8B-B1DE-2064-52434E487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5C24-D19E-6DC7-8559-DF5EB9003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461728"/>
            <a:ext cx="11040166" cy="298763"/>
          </a:xfrm>
        </p:spPr>
        <p:txBody>
          <a:bodyPr anchor="ctr">
            <a:normAutofit fontScale="90000"/>
          </a:bodyPr>
          <a:lstStyle/>
          <a:p>
            <a:r>
              <a:rPr lang="en-US" sz="4400">
                <a:solidFill>
                  <a:schemeClr val="accent1">
                    <a:lumMod val="75000"/>
                  </a:schemeClr>
                </a:solidFill>
              </a:rPr>
              <a:t>Sprint 4 User Stories</a:t>
            </a:r>
            <a:endParaRPr lang="en-US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9E3C5AB-4332-A0DE-0123-031060BE76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945671"/>
              </p:ext>
            </p:extLst>
          </p:nvPr>
        </p:nvGraphicFramePr>
        <p:xfrm>
          <a:off x="535417" y="1153712"/>
          <a:ext cx="11157230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441">
                  <a:extLst>
                    <a:ext uri="{9D8B030D-6E8A-4147-A177-3AD203B41FA5}">
                      <a16:colId xmlns:a16="http://schemas.microsoft.com/office/drawing/2014/main" val="3479245185"/>
                    </a:ext>
                  </a:extLst>
                </a:gridCol>
                <a:gridCol w="1250789">
                  <a:extLst>
                    <a:ext uri="{9D8B030D-6E8A-4147-A177-3AD203B41FA5}">
                      <a16:colId xmlns:a16="http://schemas.microsoft.com/office/drawing/2014/main" val="3740428509"/>
                    </a:ext>
                  </a:extLst>
                </a:gridCol>
              </a:tblGrid>
              <a:tr h="262831">
                <a:tc>
                  <a:txBody>
                    <a:bodyPr/>
                    <a:lstStyle/>
                    <a:p>
                      <a:pPr rtl="0"/>
                      <a:r>
                        <a:rPr lang="en-PH" sz="1800" b="1" i="0" u="none" strike="noStrike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US-10 Grade Computation and Data Validation</a:t>
                      </a:r>
                      <a:endParaRPr lang="en-PH" b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PH" b="0">
                          <a:effectLst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878476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4.3.3 Given a subject final grade changes. When it updates. Then </a:t>
                      </a:r>
                      <a:r>
                        <a:rPr lang="en-US" sz="2000" b="1"/>
                        <a:t>Term GWA</a:t>
                      </a:r>
                      <a:r>
                        <a:rPr lang="en-US" sz="2000"/>
                        <a:t> and </a:t>
                      </a:r>
                      <a:r>
                        <a:rPr lang="en-US" sz="2000" b="1"/>
                        <a:t>Overall GWA</a:t>
                      </a:r>
                      <a:r>
                        <a:rPr lang="en-US" sz="2000"/>
                        <a:t> update automatically.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7234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4.3.4 Given the system computes GWA. When it calculates. Then it uses a fixed, verified formula (e.g., units/credits based) for consistent results.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51550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pPr rtl="0"/>
                      <a:r>
                        <a:rPr lang="en-US" sz="2000" b="1"/>
                        <a:t>US-7.1 Goal Creation and Definition</a:t>
                      </a:r>
                      <a:endParaRPr lang="en-US" b="1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pPr rtl="0"/>
                      <a:endParaRPr lang="en-US" b="1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95070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/>
                        <a:t>4.4.1 Given I’m on Goals. When I click </a:t>
                      </a:r>
                      <a:r>
                        <a:rPr lang="en-US" b="1"/>
                        <a:t>Add New Goal. </a:t>
                      </a:r>
                      <a:r>
                        <a:rPr lang="en-US"/>
                        <a:t>Then a form/modal opens with </a:t>
                      </a:r>
                      <a:r>
                        <a:rPr lang="en-US" b="1"/>
                        <a:t>Title, Description, Target Date, Category</a:t>
                      </a:r>
                      <a:r>
                        <a:rPr lang="en-US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514294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4.4.2 Given the form is valid. When I click </a:t>
                      </a:r>
                      <a:r>
                        <a:rPr lang="en-US" sz="2000" b="1"/>
                        <a:t>Save/Create. </a:t>
                      </a:r>
                      <a:r>
                        <a:rPr lang="en-US" sz="2000"/>
                        <a:t>Then the goal is added and I see a success message.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84761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4.4.3 Given Title is blank. When I try to save. Then I see an error and the goal is not created.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168500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4.4.4 Given I pick a past date. When I submit. Then the system blocks it or marks it </a:t>
                      </a:r>
                      <a:r>
                        <a:rPr lang="en-US" sz="2000" b="1"/>
                        <a:t>Overdue</a:t>
                      </a:r>
                      <a:r>
                        <a:rPr lang="en-US" sz="2000"/>
                        <a:t> (based on rule).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515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3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DFCD4-ACCD-5337-425D-F11A14C40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BF471-F11B-3207-3898-63EDAEC9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461728"/>
            <a:ext cx="11040166" cy="298763"/>
          </a:xfrm>
        </p:spPr>
        <p:txBody>
          <a:bodyPr anchor="ctr">
            <a:normAutofit fontScale="90000"/>
          </a:bodyPr>
          <a:lstStyle/>
          <a:p>
            <a:r>
              <a:rPr lang="en-US" sz="4400">
                <a:solidFill>
                  <a:schemeClr val="accent1">
                    <a:lumMod val="75000"/>
                  </a:schemeClr>
                </a:solidFill>
              </a:rPr>
              <a:t>Sprint 4 User Stories</a:t>
            </a:r>
            <a:endParaRPr lang="en-US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D75CDAB-0579-8934-EB2F-1879C25ECF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3582764"/>
              </p:ext>
            </p:extLst>
          </p:nvPr>
        </p:nvGraphicFramePr>
        <p:xfrm>
          <a:off x="535417" y="944880"/>
          <a:ext cx="11157230" cy="591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6609">
                  <a:extLst>
                    <a:ext uri="{9D8B030D-6E8A-4147-A177-3AD203B41FA5}">
                      <a16:colId xmlns:a16="http://schemas.microsoft.com/office/drawing/2014/main" val="3479245185"/>
                    </a:ext>
                  </a:extLst>
                </a:gridCol>
                <a:gridCol w="1260621">
                  <a:extLst>
                    <a:ext uri="{9D8B030D-6E8A-4147-A177-3AD203B41FA5}">
                      <a16:colId xmlns:a16="http://schemas.microsoft.com/office/drawing/2014/main" val="1435002373"/>
                    </a:ext>
                  </a:extLst>
                </a:gridCol>
              </a:tblGrid>
              <a:tr h="293596">
                <a:tc>
                  <a:txBody>
                    <a:bodyPr/>
                    <a:lstStyle/>
                    <a:p>
                      <a:pPr rtl="0"/>
                      <a:r>
                        <a:rPr lang="en-PH" sz="1800" b="1" i="0" u="none" strike="noStrike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US-7.2 Goal Management and Tracking</a:t>
                      </a:r>
                      <a:endParaRPr lang="en-PH" b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PH" b="0">
                          <a:effectLst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878476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4.5.1 Given I’m on Goals list. When I view it. Then active goals show </a:t>
                      </a:r>
                      <a:r>
                        <a:rPr lang="en-US" sz="2000" b="1"/>
                        <a:t>Title, Target Date, Status/Progress</a:t>
                      </a:r>
                      <a:r>
                        <a:rPr lang="en-US" sz="200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7234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4.5.2 Given I open a goal. When I edit Description/Target Date and save. Then it updates in the database and reflects on the list.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51550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/>
                        <a:t>4.5.3 Given I finish a goal. When I click </a:t>
                      </a:r>
                      <a:r>
                        <a:rPr lang="en-US" b="1"/>
                        <a:t>Mark as Complete. </a:t>
                      </a:r>
                      <a:r>
                        <a:rPr lang="en-US"/>
                        <a:t>Then it moves to </a:t>
                      </a:r>
                      <a:r>
                        <a:rPr lang="en-US" b="1"/>
                        <a:t>Completed/Archived</a:t>
                      </a:r>
                      <a:r>
                        <a:rPr lang="en-US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95070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4.5.4 Given I click </a:t>
                      </a:r>
                      <a:r>
                        <a:rPr lang="en-US" sz="2000" b="1"/>
                        <a:t>Delete. </a:t>
                      </a:r>
                      <a:r>
                        <a:rPr lang="en-US" sz="2000"/>
                        <a:t>When the confirmation modal appears. Then it only deletes after I confirm.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84761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4.5.5 Given I use filter/sort. When I select options (Category, Target Date, etc.). Then the list updates correctly and shows the correct count.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166261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 b="1"/>
                        <a:t>US-11 Grade Highlight and Color-Coding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049574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4.6.1 Given passing grade is set (e.g., 75). When grades show (subject or GWA). Then colors follow tiers (e.g., </a:t>
                      </a:r>
                      <a:r>
                        <a:rPr lang="en-US" sz="2000" b="1"/>
                        <a:t>Green/Yellow/Red</a:t>
                      </a:r>
                      <a:r>
                        <a:rPr lang="en-US" sz="2000"/>
                        <a:t>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714117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4.6.2 Given I’m on Dashboard. When Term cards or Overall GWA show grades. Then the grade/progress indicator is color-coded by tier.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104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4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E897E-342F-56FD-DDDF-DF3D8AB3C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DC22D-105B-F6F2-3202-D91748C7A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461728"/>
            <a:ext cx="11040166" cy="298763"/>
          </a:xfrm>
        </p:spPr>
        <p:txBody>
          <a:bodyPr anchor="ctr">
            <a:normAutofit fontScale="90000"/>
          </a:bodyPr>
          <a:lstStyle/>
          <a:p>
            <a:r>
              <a:rPr lang="en-US" sz="4400">
                <a:solidFill>
                  <a:schemeClr val="accent1">
                    <a:lumMod val="75000"/>
                  </a:schemeClr>
                </a:solidFill>
              </a:rPr>
              <a:t>Sprint 4 User Stories </a:t>
            </a:r>
            <a:endParaRPr lang="en-US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5E755FC-B5A8-672E-64EB-CDFC51E643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06471"/>
              </p:ext>
            </p:extLst>
          </p:nvPr>
        </p:nvGraphicFramePr>
        <p:xfrm>
          <a:off x="535417" y="944880"/>
          <a:ext cx="11157230" cy="56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6609">
                  <a:extLst>
                    <a:ext uri="{9D8B030D-6E8A-4147-A177-3AD203B41FA5}">
                      <a16:colId xmlns:a16="http://schemas.microsoft.com/office/drawing/2014/main" val="3479245185"/>
                    </a:ext>
                  </a:extLst>
                </a:gridCol>
                <a:gridCol w="1260621">
                  <a:extLst>
                    <a:ext uri="{9D8B030D-6E8A-4147-A177-3AD203B41FA5}">
                      <a16:colId xmlns:a16="http://schemas.microsoft.com/office/drawing/2014/main" val="1435002373"/>
                    </a:ext>
                  </a:extLst>
                </a:gridCol>
              </a:tblGrid>
              <a:tr h="293596">
                <a:tc>
                  <a:txBody>
                    <a:bodyPr/>
                    <a:lstStyle/>
                    <a:p>
                      <a:r>
                        <a:rPr lang="en-US" sz="1800" b="1"/>
                        <a:t>US-11 Grade Highlight and Color-Coding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PH" b="0">
                          <a:effectLst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878476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4.6.3 Given a subject has a final grade. When it’s displayed in the subject list. Then the card/grade uses the correct color (e.g., 70 = Red).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7234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4.6.4 Given data is incomplete. When a subject/term is shown. Then it displays </a:t>
                      </a:r>
                      <a:r>
                        <a:rPr lang="en-US" sz="2000" b="1"/>
                        <a:t>Pending/In Progress</a:t>
                      </a:r>
                      <a:r>
                        <a:rPr lang="en-US" sz="2000"/>
                        <a:t> with a neutral color (Gray/Light Blue).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51550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/>
                        <a:t>4.6.5 Given I finish a goal. When I click </a:t>
                      </a:r>
                      <a:r>
                        <a:rPr lang="en-US" b="1"/>
                        <a:t>Mark as Complete. </a:t>
                      </a:r>
                      <a:r>
                        <a:rPr lang="en-US"/>
                        <a:t>Then it moves to </a:t>
                      </a:r>
                      <a:r>
                        <a:rPr lang="en-US" b="1"/>
                        <a:t>Completed/Archived</a:t>
                      </a:r>
                      <a:r>
                        <a:rPr lang="en-US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95070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4.6.6 Given I click </a:t>
                      </a:r>
                      <a:r>
                        <a:rPr lang="en-US" sz="2000" b="1"/>
                        <a:t>Delete. </a:t>
                      </a:r>
                      <a:r>
                        <a:rPr lang="en-US" sz="2000"/>
                        <a:t>When the confirmation modal appears. Then it only deletes after I confirm.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84761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4.6.7 Given I use filter/sort. When I select options (Category, Target Date, etc.). Then the list updates correctly and shows the correct count.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166261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 b="1"/>
                        <a:t>US-11 Grade Highlight and Color-Coding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049574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4.7.1 Given passing grade is set (e.g., 75). When grades show (subject or GWA). Then colors follow tiers (e.g., </a:t>
                      </a:r>
                      <a:r>
                        <a:rPr lang="en-US" sz="2000" b="1"/>
                        <a:t>Green/Yellow/Red</a:t>
                      </a:r>
                      <a:r>
                        <a:rPr lang="en-US" sz="2000"/>
                        <a:t>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714117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4.7.2Given I’m on Dashboard. When Term cards or Overall GWA show grades. Then the grade/progress indicator is color-coded by tier.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✅</a:t>
                      </a:r>
                      <a:endParaRPr lang="en-PH" sz="2000"/>
                    </a:p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104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855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1BD0-BB4F-80C3-0640-E2476E737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85E0-ED8B-118E-5E60-0F3AE577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461728"/>
            <a:ext cx="11040166" cy="298763"/>
          </a:xfrm>
        </p:spPr>
        <p:txBody>
          <a:bodyPr anchor="ctr">
            <a:normAutofit fontScale="90000"/>
          </a:bodyPr>
          <a:lstStyle/>
          <a:p>
            <a:r>
              <a:rPr lang="en-US" sz="4400">
                <a:solidFill>
                  <a:schemeClr val="accent1">
                    <a:lumMod val="75000"/>
                  </a:schemeClr>
                </a:solidFill>
              </a:rPr>
              <a:t>Sprint 5 User Stories</a:t>
            </a:r>
            <a:endParaRPr lang="en-US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FA5A690-77BD-8FE6-6794-B3932B017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6082264"/>
              </p:ext>
            </p:extLst>
          </p:nvPr>
        </p:nvGraphicFramePr>
        <p:xfrm>
          <a:off x="517385" y="975360"/>
          <a:ext cx="1115723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6486">
                  <a:extLst>
                    <a:ext uri="{9D8B030D-6E8A-4147-A177-3AD203B41FA5}">
                      <a16:colId xmlns:a16="http://schemas.microsoft.com/office/drawing/2014/main" val="3479245185"/>
                    </a:ext>
                  </a:extLst>
                </a:gridCol>
                <a:gridCol w="1350744">
                  <a:extLst>
                    <a:ext uri="{9D8B030D-6E8A-4147-A177-3AD203B41FA5}">
                      <a16:colId xmlns:a16="http://schemas.microsoft.com/office/drawing/2014/main" val="2376552153"/>
                    </a:ext>
                  </a:extLst>
                </a:gridCol>
              </a:tblGrid>
              <a:tr h="293596">
                <a:tc>
                  <a:txBody>
                    <a:bodyPr/>
                    <a:lstStyle/>
                    <a:p>
                      <a:pPr rtl="0"/>
                      <a:r>
                        <a:rPr lang="en-US"/>
                        <a:t>US-12 Full System Regression Testing</a:t>
                      </a:r>
                      <a:endParaRPr lang="en-PH" b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PH" b="0">
                          <a:effectLst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878476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fr-FR" sz="2000"/>
                        <a:t>5.1.1 </a:t>
                      </a:r>
                      <a:r>
                        <a:rPr lang="en-US"/>
                        <a:t>Given a subject has weights (WW 40%, PT 60%). When I enter scores 85 and 90. Then final grade shows </a:t>
                      </a:r>
                      <a:r>
                        <a:rPr lang="en-US" b="1"/>
                        <a:t>88.00,a</a:t>
                      </a:r>
                      <a:r>
                        <a:rPr lang="en-US"/>
                        <a:t>nd the dashboard GWA updates right away.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pPr rtl="0"/>
                      <a:endParaRPr lang="en-US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51550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5.1.2 </a:t>
                      </a:r>
                      <a:r>
                        <a:rPr lang="en-US"/>
                        <a:t>Given my target grade is </a:t>
                      </a:r>
                      <a:r>
                        <a:rPr lang="en-US" b="1"/>
                        <a:t>1.5</a:t>
                      </a:r>
                      <a:endParaRPr lang="en-US"/>
                    </a:p>
                    <a:p>
                      <a:r>
                        <a:rPr lang="en-US"/>
                        <a:t>When my computed grade becomes </a:t>
                      </a:r>
                      <a:r>
                        <a:rPr lang="en-US" b="1"/>
                        <a:t>1.4</a:t>
                      </a:r>
                      <a:r>
                        <a:rPr lang="en-US"/>
                        <a:t> (better)</a:t>
                      </a:r>
                    </a:p>
                    <a:p>
                      <a:r>
                        <a:rPr lang="en-US"/>
                        <a:t>Then the progress bar turns </a:t>
                      </a:r>
                      <a:r>
                        <a:rPr lang="en-US" b="1"/>
                        <a:t>Green </a:t>
                      </a:r>
                      <a:r>
                        <a:rPr lang="en-US"/>
                        <a:t>and status becomes </a:t>
                      </a:r>
                      <a:r>
                        <a:rPr lang="en-US" b="1"/>
                        <a:t>Achieved.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pPr rtl="0"/>
                      <a:endParaRPr lang="en-US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95070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5.1.3 </a:t>
                      </a:r>
                      <a:r>
                        <a:rPr lang="en-US"/>
                        <a:t>Given I’m on Change Password. When I enter the wrong current password</a:t>
                      </a:r>
                    </a:p>
                    <a:p>
                      <a:r>
                        <a:rPr lang="en-US"/>
                        <a:t>Then the request is blocked and it shows </a:t>
                      </a:r>
                      <a:r>
                        <a:rPr lang="en-US" b="1"/>
                        <a:t>“Incorrect current password.”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84761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pPr rtl="0"/>
                      <a:r>
                        <a:rPr lang="en-PH" b="1"/>
                        <a:t>US-13 Final Project Documentation</a:t>
                      </a:r>
                      <a:endParaRPr lang="en-US" b="1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pPr rtl="0"/>
                      <a:endParaRPr lang="en-US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118956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5.2.1 </a:t>
                      </a:r>
                      <a:r>
                        <a:rPr lang="en-US"/>
                        <a:t>Given Goals and Settings are done</a:t>
                      </a:r>
                    </a:p>
                    <a:p>
                      <a:r>
                        <a:rPr lang="en-US"/>
                        <a:t>When I export the User Guide PDF. Then it has updated screenshots (Goal creation, Profile settings) and step-by-step guides for </a:t>
                      </a:r>
                      <a:r>
                        <a:rPr lang="en-US" b="1"/>
                        <a:t>Reset Password</a:t>
                      </a:r>
                      <a:r>
                        <a:rPr lang="en-US"/>
                        <a:t> and </a:t>
                      </a:r>
                      <a:r>
                        <a:rPr lang="en-US" b="1"/>
                        <a:t>Add New School Year</a:t>
                      </a:r>
                      <a:r>
                        <a:rPr lang="en-US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pPr rtl="0"/>
                      <a:endParaRPr lang="en-US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89323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/>
                        <a:t>5.2.2 Given the DB schema changed. When I review the ERD. Then Student–Subject–Goals relationships are correct and the architecture diagram matches the current deployment.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pPr rtl="0"/>
                      <a:endParaRPr lang="en-US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13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87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C18C0-24D5-5B00-E441-D8DCAE21B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C027-1ECA-E410-9E16-FB0408A7C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461728"/>
            <a:ext cx="11040166" cy="298763"/>
          </a:xfrm>
        </p:spPr>
        <p:txBody>
          <a:bodyPr anchor="ctr">
            <a:normAutofit fontScale="90000"/>
          </a:bodyPr>
          <a:lstStyle/>
          <a:p>
            <a:r>
              <a:rPr lang="en-US" sz="4400">
                <a:solidFill>
                  <a:schemeClr val="accent1">
                    <a:lumMod val="75000"/>
                  </a:schemeClr>
                </a:solidFill>
              </a:rPr>
              <a:t>Sprint 5 User Stories</a:t>
            </a:r>
            <a:endParaRPr lang="en-US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101E594-53BB-5F34-9204-4C8B5BE2F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9712180"/>
              </p:ext>
            </p:extLst>
          </p:nvPr>
        </p:nvGraphicFramePr>
        <p:xfrm>
          <a:off x="517385" y="975360"/>
          <a:ext cx="1115723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6486">
                  <a:extLst>
                    <a:ext uri="{9D8B030D-6E8A-4147-A177-3AD203B41FA5}">
                      <a16:colId xmlns:a16="http://schemas.microsoft.com/office/drawing/2014/main" val="3479245185"/>
                    </a:ext>
                  </a:extLst>
                </a:gridCol>
                <a:gridCol w="1350744">
                  <a:extLst>
                    <a:ext uri="{9D8B030D-6E8A-4147-A177-3AD203B41FA5}">
                      <a16:colId xmlns:a16="http://schemas.microsoft.com/office/drawing/2014/main" val="2376552153"/>
                    </a:ext>
                  </a:extLst>
                </a:gridCol>
              </a:tblGrid>
              <a:tr h="293596">
                <a:tc>
                  <a:txBody>
                    <a:bodyPr/>
                    <a:lstStyle/>
                    <a:p>
                      <a:pPr rtl="0"/>
                      <a:r>
                        <a:rPr lang="en-US"/>
                        <a:t>US-14 Code Cleanup &amp; Peer Review</a:t>
                      </a:r>
                      <a:endParaRPr lang="en-PH" b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PH" b="0">
                          <a:effectLst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878476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5.3.1 Given I use the app normally</a:t>
                      </a:r>
                    </a:p>
                    <a:p>
                      <a:r>
                        <a:rPr lang="en-US" sz="2000"/>
                        <a:t>When I check the browser console. Then there are no debug logs and no warnings like </a:t>
                      </a:r>
                      <a:r>
                        <a:rPr lang="en-US" sz="2000" b="1"/>
                        <a:t>unique key props</a:t>
                      </a:r>
                      <a:r>
                        <a:rPr lang="en-US" sz="200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pPr rtl="0"/>
                      <a:endParaRPr lang="en-US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51550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/>
                        <a:t>5.3.2 Given I review source files</a:t>
                      </a:r>
                    </a:p>
                    <a:p>
                      <a:r>
                        <a:rPr lang="en-US" sz="2000"/>
                        <a:t>When I check imports and old blocks. Then no unused imports remain, and commented-out old code is deleted.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pPr rtl="0"/>
                      <a:endParaRPr lang="en-US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95070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 sz="2000" b="1"/>
                        <a:t>US-15 UI/UX Final Polish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pPr rtl="0"/>
                      <a:endParaRPr lang="en-US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847619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/>
                        <a:t>5.4.1 Given errors appear on Login and Goals</a:t>
                      </a:r>
                    </a:p>
                    <a:p>
                      <a:r>
                        <a:rPr lang="en-US"/>
                        <a:t>When they show. Then they use the same red color, and same font size + placement.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pPr rtl="0"/>
                      <a:endParaRPr lang="en-US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118956"/>
                  </a:ext>
                </a:extLst>
              </a:tr>
              <a:tr h="382145">
                <a:tc>
                  <a:txBody>
                    <a:bodyPr/>
                    <a:lstStyle/>
                    <a:p>
                      <a:r>
                        <a:rPr lang="en-US"/>
                        <a:t>5.4.2 Given I have no subjects and no goals</a:t>
                      </a:r>
                    </a:p>
                    <a:p>
                      <a:r>
                        <a:rPr lang="en-US"/>
                        <a:t>When I open Dashboard or Goals</a:t>
                      </a:r>
                    </a:p>
                    <a:p>
                      <a:r>
                        <a:rPr lang="en-US"/>
                        <a:t>Then I see a friendly empty message (with a call-to-action)</a:t>
                      </a:r>
                    </a:p>
                    <a:p>
                      <a:r>
                        <a:rPr lang="en-US"/>
                        <a:t>And the UI doesn’t look broken/blank.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  <a:endParaRPr lang="en-PH"/>
                    </a:p>
                    <a:p>
                      <a:pPr rtl="0"/>
                      <a:endParaRPr lang="en-US" b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789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060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AFB369-4673-4727-A7CD-D86AFE0AE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9" name="Freeform 14">
              <a:extLst>
                <a:ext uri="{FF2B5EF4-FFF2-40B4-BE49-F238E27FC236}">
                  <a16:creationId xmlns:a16="http://schemas.microsoft.com/office/drawing/2014/main" id="{50709826-4D6B-4A97-8DB3-5DA166626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263F58-6EE6-45B3-9BF2-C0BD5D30A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97CE03-EB81-4718-BEA1-C2D488961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A3451629-72D6-4E33-A99A-40FAF7445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E04F0FD4-BCD5-4435-A6B5-A2E69303B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E110F09-1C81-4E73-B5E9-D857CD879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273A9C01-06BD-4E8E-8BBF-2E2A9ECF4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B206C9B2-27BE-4B6F-A4D0-485FBBEB5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2E7D673E-0C5C-4F2B-B46E-3E9286B9E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F0F78B34-9B26-4CA9-B8F0-B9638730F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 descr="Target with various rings of accuracy">
            <a:extLst>
              <a:ext uri="{FF2B5EF4-FFF2-40B4-BE49-F238E27FC236}">
                <a16:creationId xmlns:a16="http://schemas.microsoft.com/office/drawing/2014/main" id="{F83DCCCC-B4AF-E50D-F31A-4A40DD1FC77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l="30982" r="-2" b="-2"/>
          <a:stretch>
            <a:fillRect/>
          </a:stretch>
        </p:blipFill>
        <p:spPr>
          <a:xfrm>
            <a:off x="5097780" y="-1"/>
            <a:ext cx="7091044" cy="6858001"/>
          </a:xfrm>
          <a:custGeom>
            <a:avLst/>
            <a:gdLst/>
            <a:ahLst/>
            <a:cxnLst/>
            <a:rect l="l" t="t" r="r" b="b"/>
            <a:pathLst>
              <a:path w="7091044" h="6858001">
                <a:moveTo>
                  <a:pt x="405750" y="0"/>
                </a:moveTo>
                <a:lnTo>
                  <a:pt x="7091044" y="0"/>
                </a:lnTo>
                <a:lnTo>
                  <a:pt x="7091044" y="6858001"/>
                </a:lnTo>
                <a:lnTo>
                  <a:pt x="53572" y="6858001"/>
                </a:lnTo>
                <a:lnTo>
                  <a:pt x="1828991" y="4521201"/>
                </a:lnTo>
                <a:close/>
                <a:moveTo>
                  <a:pt x="0" y="0"/>
                </a:moveTo>
                <a:lnTo>
                  <a:pt x="405750" y="0"/>
                </a:lnTo>
                <a:lnTo>
                  <a:pt x="0" y="43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E5D56E-1489-A67D-109D-ED2E004FC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6" y="1678666"/>
            <a:ext cx="5123515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/>
              <a:t>Demo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7A85E05-9D34-4977-8352-DB3956997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CDED616-E554-4DB6-9F28-08F38A64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CDA3497-1EDA-4EB3-9C27-4D9835D30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F9764E-9AA0-49A3-9EA2-885EE991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4">
            <a:extLst>
              <a:ext uri="{FF2B5EF4-FFF2-40B4-BE49-F238E27FC236}">
                <a16:creationId xmlns:a16="http://schemas.microsoft.com/office/drawing/2014/main" id="{FA3A4F4A-4DC4-43F2-AC2D-06211A812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84CFB374-B343-457A-B567-B4D784B1F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0597FEEE-1E11-4396-BB69-B43FA92F9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29">
            <a:extLst>
              <a:ext uri="{FF2B5EF4-FFF2-40B4-BE49-F238E27FC236}">
                <a16:creationId xmlns:a16="http://schemas.microsoft.com/office/drawing/2014/main" id="{A2DB2F81-3E68-4044-B7C2-03DEEC50D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Isosceles Triangle 29">
            <a:extLst>
              <a:ext uri="{FF2B5EF4-FFF2-40B4-BE49-F238E27FC236}">
                <a16:creationId xmlns:a16="http://schemas.microsoft.com/office/drawing/2014/main" id="{DC2F7294-2397-4C96-AB1E-E66CDEA3B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35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9C8434-29D6-0EC4-6532-BF4EDB68B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>
                <a:solidFill>
                  <a:schemeClr val="accent1">
                    <a:lumMod val="75000"/>
                  </a:schemeClr>
                </a:solidFill>
              </a:rPr>
              <a:t>Progress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Rectangle 1">
            <a:extLst>
              <a:ext uri="{FF2B5EF4-FFF2-40B4-BE49-F238E27FC236}">
                <a16:creationId xmlns:a16="http://schemas.microsoft.com/office/drawing/2014/main" id="{2CD3C1E7-2DC8-AFCD-CA6A-82A1432501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760229"/>
              </p:ext>
            </p:extLst>
          </p:nvPr>
        </p:nvGraphicFramePr>
        <p:xfrm>
          <a:off x="4695968" y="100719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5610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B6D971-8B9B-28DC-4B60-991BB0318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>
                <a:solidFill>
                  <a:schemeClr val="accent1">
                    <a:lumMod val="75000"/>
                  </a:schemeClr>
                </a:solidFill>
              </a:rPr>
              <a:t>Challenges / Blockers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381A5DC-F955-3020-B97F-20877A8264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452231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1057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and placing stars">
            <a:extLst>
              <a:ext uri="{FF2B5EF4-FFF2-40B4-BE49-F238E27FC236}">
                <a16:creationId xmlns:a16="http://schemas.microsoft.com/office/drawing/2014/main" id="{2A78BF96-CD12-1383-81ED-E5A7ADCF31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93" r="-2" b="-2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9C449A-A465-9892-93C1-2B9E3348F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en-US"/>
              <a:t>Appreciation (Optional)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FC4F6E-2799-5117-1B97-011B6401FA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160589"/>
            <a:ext cx="3851122" cy="3880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defTabSz="914400">
              <a:buClrTx/>
              <a:buSzTx/>
              <a:buFont typeface="Wingdings 3"/>
              <a:buChar char=""/>
            </a:pPr>
            <a:r>
              <a:rPr lang="en-US">
                <a:solidFill>
                  <a:srgbClr val="3F3F3F"/>
                </a:solidFill>
                <a:latin typeface="Arial"/>
                <a:cs typeface="Arial"/>
              </a:rPr>
              <a:t>Thank you to our Dev Team for your hard work, ownership, and relentless problem-solving throughout this sprint.</a:t>
            </a:r>
            <a:endParaRPr lang="en-US"/>
          </a:p>
          <a:p>
            <a:pPr defTabSz="914400">
              <a:buClrTx/>
              <a:buSzTx/>
              <a:buFont typeface="Wingdings 3"/>
              <a:buChar char=""/>
            </a:pPr>
            <a:r>
              <a:rPr lang="en-US">
                <a:solidFill>
                  <a:srgbClr val="3F3F3F"/>
                </a:solidFill>
                <a:latin typeface="Arial"/>
                <a:cs typeface="Arial"/>
              </a:rPr>
              <a:t>Your commitment is what </a:t>
            </a:r>
            <a:r>
              <a:rPr kumimoji="0" lang="en-US" b="0" i="0" u="none" strike="noStrike" cap="none" normalizeH="0" baseline="0">
                <a:ln>
                  <a:noFill/>
                </a:ln>
                <a:solidFill>
                  <a:srgbClr val="3F3F3F"/>
                </a:solidFill>
                <a:effectLst/>
                <a:latin typeface="Arial"/>
                <a:cs typeface="Arial"/>
              </a:rPr>
              <a:t>keeps </a:t>
            </a:r>
            <a:r>
              <a:rPr lang="en-US">
                <a:solidFill>
                  <a:srgbClr val="3F3F3F"/>
                </a:solidFill>
                <a:latin typeface="Arial"/>
                <a:cs typeface="Arial"/>
              </a:rPr>
              <a:t>this project moving forward.</a:t>
            </a:r>
            <a:endParaRPr lang="en-US"/>
          </a:p>
          <a:p>
            <a:pPr marL="0" indent="0" defTabSz="91440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841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9feaa19-7e9c-46bb-9c71-c79ab0e720a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11A792FDAF494C845A5CB9D147B2A6" ma:contentTypeVersion="14" ma:contentTypeDescription="Create a new document." ma:contentTypeScope="" ma:versionID="b55dd7665d6ff59618c062d10f5b2ca4">
  <xsd:schema xmlns:xsd="http://www.w3.org/2001/XMLSchema" xmlns:xs="http://www.w3.org/2001/XMLSchema" xmlns:p="http://schemas.microsoft.com/office/2006/metadata/properties" xmlns:ns3="537ee0c9-46a7-4914-b26d-0ad5446884e4" xmlns:ns4="29feaa19-7e9c-46bb-9c71-c79ab0e720aa" targetNamespace="http://schemas.microsoft.com/office/2006/metadata/properties" ma:root="true" ma:fieldsID="46f046c64e0ed6c2a0fbf6e012b3f8b5" ns3:_="" ns4:_="">
    <xsd:import namespace="537ee0c9-46a7-4914-b26d-0ad5446884e4"/>
    <xsd:import namespace="29feaa19-7e9c-46bb-9c71-c79ab0e720a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ObjectDetectorVersions" minOccurs="0"/>
                <xsd:element ref="ns4:_activity" minOccurs="0"/>
                <xsd:element ref="ns4:MediaServiceDateTaken" minOccurs="0"/>
                <xsd:element ref="ns4:MediaServiceSystem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ee0c9-46a7-4914-b26d-0ad5446884e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feaa19-7e9c-46bb-9c71-c79ab0e720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E13CDD-4E48-4549-98BA-AB4B0C592CD7}">
  <ds:schemaRefs>
    <ds:schemaRef ds:uri="29feaa19-7e9c-46bb-9c71-c79ab0e720aa"/>
    <ds:schemaRef ds:uri="537ee0c9-46a7-4914-b26d-0ad5446884e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1C4FDF0-D011-4565-8D14-5D3D621E35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181E02-30FA-4205-8A77-E19CAE5A3300}">
  <ds:schemaRefs>
    <ds:schemaRef ds:uri="29feaa19-7e9c-46bb-9c71-c79ab0e720aa"/>
    <ds:schemaRef ds:uri="537ee0c9-46a7-4914-b26d-0ad5446884e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Sprint # 4 - 5</vt:lpstr>
      <vt:lpstr>Sprint Goal</vt:lpstr>
      <vt:lpstr>Planned vs. Completed</vt:lpstr>
      <vt:lpstr>Sprint 4 User Stories</vt:lpstr>
      <vt:lpstr>Sprint 4 User Stories</vt:lpstr>
      <vt:lpstr>Sprint 4 User Stories</vt:lpstr>
      <vt:lpstr>Sprint 4 User Stories</vt:lpstr>
      <vt:lpstr>Sprint 4 User Stories </vt:lpstr>
      <vt:lpstr>Sprint 5 User Stories</vt:lpstr>
      <vt:lpstr>Sprint 5 User Stories</vt:lpstr>
      <vt:lpstr>Demo</vt:lpstr>
      <vt:lpstr>Progress</vt:lpstr>
      <vt:lpstr>Challenges / Blockers</vt:lpstr>
      <vt:lpstr>Appreciation (Optional)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Joemarie C. Amparo</dc:creator>
  <cp:revision>29</cp:revision>
  <dcterms:created xsi:type="dcterms:W3CDTF">2025-09-24T10:15:55Z</dcterms:created>
  <dcterms:modified xsi:type="dcterms:W3CDTF">2025-12-03T07:15:00Z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0x0101002D11A792FDAF494C845A5CB9D147B2A6</vt:lpwstr>
  </property>
</Properties>
</file>